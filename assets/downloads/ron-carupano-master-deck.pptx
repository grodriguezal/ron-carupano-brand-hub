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cdf6605a3a402d" /><Relationship Type="http://schemas.openxmlformats.org/officeDocument/2006/relationships/extended-properties" Target="/docProps/app.xml" Id="R39a13d52bf604d70" /><Relationship Type="http://schemas.openxmlformats.org/officeDocument/2006/relationships/officeDocument" Target="/ppt/presentation.xml" Id="Rdfd4e3973e9841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8aab04caf14790"/>
  </p:sldMasterIdLst>
  <p:notesMasterIdLst>
    <p:notesMasterId xmlns:r="http://schemas.openxmlformats.org/officeDocument/2006/relationships" r:id="Raaf29350863b43c6"/>
  </p:notesMasterIdLst>
  <p:sldIdLst>
    <p:sldId xmlns:r="http://schemas.openxmlformats.org/officeDocument/2006/relationships" id="256" r:id="R917d96c000d444d6"/>
    <p:sldId xmlns:r="http://schemas.openxmlformats.org/officeDocument/2006/relationships" id="257" r:id="R10f7a7b27c7744bd"/>
    <p:sldId xmlns:r="http://schemas.openxmlformats.org/officeDocument/2006/relationships" id="258" r:id="R1dee23fd9f02472c"/>
    <p:sldId xmlns:r="http://schemas.openxmlformats.org/officeDocument/2006/relationships" id="259" r:id="R51da13e0ce5e410d"/>
    <p:sldId xmlns:r="http://schemas.openxmlformats.org/officeDocument/2006/relationships" id="260" r:id="R1122febb3a3c4a1d"/>
    <p:sldId xmlns:r="http://schemas.openxmlformats.org/officeDocument/2006/relationships" id="261" r:id="R57b663b8e7b247cc"/>
    <p:sldId xmlns:r="http://schemas.openxmlformats.org/officeDocument/2006/relationships" id="262" r:id="Rbf4bbc07daed4244"/>
    <p:sldId xmlns:r="http://schemas.openxmlformats.org/officeDocument/2006/relationships" id="263" r:id="R1c3245ff5d454959"/>
    <p:sldId xmlns:r="http://schemas.openxmlformats.org/officeDocument/2006/relationships" id="264" r:id="R8fc478ccb3674254"/>
    <p:sldId xmlns:r="http://schemas.openxmlformats.org/officeDocument/2006/relationships" id="265" r:id="R91a4f6d143004a0c"/>
    <p:sldId xmlns:r="http://schemas.openxmlformats.org/officeDocument/2006/relationships" id="266" r:id="Ra9e9c998db184a1f"/>
    <p:sldId xmlns:r="http://schemas.openxmlformats.org/officeDocument/2006/relationships" id="267" r:id="R21028ef9c2874823"/>
    <p:sldId xmlns:r="http://schemas.openxmlformats.org/officeDocument/2006/relationships" id="268" r:id="Rb8b57d814ac64fe4"/>
    <p:sldId xmlns:r="http://schemas.openxmlformats.org/officeDocument/2006/relationships" id="269" r:id="R4a54645694c74ad2"/>
    <p:sldId xmlns:r="http://schemas.openxmlformats.org/officeDocument/2006/relationships" id="270" r:id="Rfa67293f9aca4bac"/>
    <p:sldId xmlns:r="http://schemas.openxmlformats.org/officeDocument/2006/relationships" id="271" r:id="R76f6987831ac44dc"/>
    <p:sldId xmlns:r="http://schemas.openxmlformats.org/officeDocument/2006/relationships" id="272" r:id="R80406036d43d412e"/>
    <p:sldId xmlns:r="http://schemas.openxmlformats.org/officeDocument/2006/relationships" id="273" r:id="Reabec91fd33c4a9f"/>
    <p:sldId xmlns:r="http://schemas.openxmlformats.org/officeDocument/2006/relationships" id="274" r:id="R519612ab4f514408"/>
    <p:sldId xmlns:r="http://schemas.openxmlformats.org/officeDocument/2006/relationships" id="275" r:id="R87f52bd6fa1e4c66"/>
    <p:sldId xmlns:r="http://schemas.openxmlformats.org/officeDocument/2006/relationships" id="276" r:id="Rc3f28e7b657649ae"/>
    <p:sldId xmlns:r="http://schemas.openxmlformats.org/officeDocument/2006/relationships" id="277" r:id="R70d3b94b6e604948"/>
    <p:sldId xmlns:r="http://schemas.openxmlformats.org/officeDocument/2006/relationships" id="278" r:id="Rcb1a2eadeeaa4816"/>
    <p:sldId xmlns:r="http://schemas.openxmlformats.org/officeDocument/2006/relationships" id="279" r:id="R807c69a8d4f94e3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8207e10783499c" /><Relationship Type="http://schemas.openxmlformats.org/officeDocument/2006/relationships/slideMaster" Target="/ppt/slideMasters/slideMaster1.xml" Id="R348aab04caf14790" /><Relationship Type="http://schemas.openxmlformats.org/officeDocument/2006/relationships/notesMaster" Target="/ppt/notesMasters/notesMaster1.xml" Id="Raaf29350863b43c6" /><Relationship Type="http://schemas.openxmlformats.org/officeDocument/2006/relationships/presProps" Target="/ppt/presProps.xml" Id="Ra6f912bad1a54210" /><Relationship Type="http://schemas.openxmlformats.org/officeDocument/2006/relationships/tableStyles" Target="/ppt/tableStyles.xml" Id="Rfe1a78174e2a4262" /><Relationship Type="http://schemas.openxmlformats.org/officeDocument/2006/relationships/slide" Target="/ppt/slides/slide1.xml" Id="R917d96c000d444d6" /><Relationship Type="http://schemas.openxmlformats.org/officeDocument/2006/relationships/slide" Target="/ppt/slides/slide2.xml" Id="R10f7a7b27c7744bd" /><Relationship Type="http://schemas.openxmlformats.org/officeDocument/2006/relationships/slide" Target="/ppt/slides/slide3.xml" Id="R1dee23fd9f02472c" /><Relationship Type="http://schemas.openxmlformats.org/officeDocument/2006/relationships/slide" Target="/ppt/slides/slide4.xml" Id="R51da13e0ce5e410d" /><Relationship Type="http://schemas.openxmlformats.org/officeDocument/2006/relationships/slide" Target="/ppt/slides/slide5.xml" Id="R1122febb3a3c4a1d" /><Relationship Type="http://schemas.openxmlformats.org/officeDocument/2006/relationships/slide" Target="/ppt/slides/slide6.xml" Id="R57b663b8e7b247cc" /><Relationship Type="http://schemas.openxmlformats.org/officeDocument/2006/relationships/slide" Target="/ppt/slides/slide7.xml" Id="Rbf4bbc07daed4244" /><Relationship Type="http://schemas.openxmlformats.org/officeDocument/2006/relationships/slide" Target="/ppt/slides/slide8.xml" Id="R1c3245ff5d454959" /><Relationship Type="http://schemas.openxmlformats.org/officeDocument/2006/relationships/slide" Target="/ppt/slides/slide9.xml" Id="R8fc478ccb3674254" /><Relationship Type="http://schemas.openxmlformats.org/officeDocument/2006/relationships/slide" Target="/ppt/slides/slide10.xml" Id="R91a4f6d143004a0c" /><Relationship Type="http://schemas.openxmlformats.org/officeDocument/2006/relationships/slide" Target="/ppt/slides/slide11.xml" Id="Ra9e9c998db184a1f" /><Relationship Type="http://schemas.openxmlformats.org/officeDocument/2006/relationships/slide" Target="/ppt/slides/slide12.xml" Id="R21028ef9c2874823" /><Relationship Type="http://schemas.openxmlformats.org/officeDocument/2006/relationships/slide" Target="/ppt/slides/slide13.xml" Id="Rb8b57d814ac64fe4" /><Relationship Type="http://schemas.openxmlformats.org/officeDocument/2006/relationships/slide" Target="/ppt/slides/slide14.xml" Id="R4a54645694c74ad2" /><Relationship Type="http://schemas.openxmlformats.org/officeDocument/2006/relationships/slide" Target="/ppt/slides/slide15.xml" Id="Rfa67293f9aca4bac" /><Relationship Type="http://schemas.openxmlformats.org/officeDocument/2006/relationships/slide" Target="/ppt/slides/slide16.xml" Id="R76f6987831ac44dc" /><Relationship Type="http://schemas.openxmlformats.org/officeDocument/2006/relationships/slide" Target="/ppt/slides/slide17.xml" Id="R80406036d43d412e" /><Relationship Type="http://schemas.openxmlformats.org/officeDocument/2006/relationships/slide" Target="/ppt/slides/slide18.xml" Id="Reabec91fd33c4a9f" /><Relationship Type="http://schemas.openxmlformats.org/officeDocument/2006/relationships/slide" Target="/ppt/slides/slide19.xml" Id="R519612ab4f514408" /><Relationship Type="http://schemas.openxmlformats.org/officeDocument/2006/relationships/slide" Target="/ppt/slides/slide20.xml" Id="R87f52bd6fa1e4c66" /><Relationship Type="http://schemas.openxmlformats.org/officeDocument/2006/relationships/slide" Target="/ppt/slides/slide21.xml" Id="Rc3f28e7b657649ae" /><Relationship Type="http://schemas.openxmlformats.org/officeDocument/2006/relationships/slide" Target="/ppt/slides/slide22.xml" Id="R70d3b94b6e604948" /><Relationship Type="http://schemas.openxmlformats.org/officeDocument/2006/relationships/slide" Target="/ppt/slides/slide23.xml" Id="Rcb1a2eadeeaa4816" /><Relationship Type="http://schemas.openxmlformats.org/officeDocument/2006/relationships/slide" Target="/ppt/slides/slide24.xml" Id="R807c69a8d4f94e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3665adafc246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5306d1c6714d66" /><Relationship Type="http://schemas.openxmlformats.org/officeDocument/2006/relationships/notesMaster" Target="/ppt/notesMasters/notesMaster1.xml" Id="Rfdc673fd544045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d4e1353aa24f12" /><Relationship Type="http://schemas.openxmlformats.org/officeDocument/2006/relationships/notesMaster" Target="/ppt/notesMasters/notesMaster1.xml" Id="Rc98e0590b6a04f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c4f143021b44df" /><Relationship Type="http://schemas.openxmlformats.org/officeDocument/2006/relationships/notesMaster" Target="/ppt/notesMasters/notesMaster1.xml" Id="R9498c28dec054a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d30e856d4c48ca" /><Relationship Type="http://schemas.openxmlformats.org/officeDocument/2006/relationships/notesMaster" Target="/ppt/notesMasters/notesMaster1.xml" Id="R8b96863d74e94c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4b97fa44d64dce" /><Relationship Type="http://schemas.openxmlformats.org/officeDocument/2006/relationships/notesMaster" Target="/ppt/notesMasters/notesMaster1.xml" Id="Rcb912cea278542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36065af1324bc4" /><Relationship Type="http://schemas.openxmlformats.org/officeDocument/2006/relationships/notesMaster" Target="/ppt/notesMasters/notesMaster1.xml" Id="R438d6d8cd15f4b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587389a74d4fb7" /><Relationship Type="http://schemas.openxmlformats.org/officeDocument/2006/relationships/notesMaster" Target="/ppt/notesMasters/notesMaster1.xml" Id="Rac235ee1684141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025e28df5f470e" /><Relationship Type="http://schemas.openxmlformats.org/officeDocument/2006/relationships/notesMaster" Target="/ppt/notesMasters/notesMaster1.xml" Id="R7ba22d94180744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aa016875524ec3" /><Relationship Type="http://schemas.openxmlformats.org/officeDocument/2006/relationships/notesMaster" Target="/ppt/notesMasters/notesMaster1.xml" Id="Rc66edd93c6864f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8f659463674c15" /><Relationship Type="http://schemas.openxmlformats.org/officeDocument/2006/relationships/notesMaster" Target="/ppt/notesMasters/notesMaster1.xml" Id="Rd0c28fa60db745a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b645311ea94f43" /><Relationship Type="http://schemas.openxmlformats.org/officeDocument/2006/relationships/notesMaster" Target="/ppt/notesMasters/notesMaster1.xml" Id="Rba99eaf3ab71467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24637fe6a554769" /><Relationship Type="http://schemas.openxmlformats.org/officeDocument/2006/relationships/notesMaster" Target="/ppt/notesMasters/notesMaster1.xml" Id="R2c6c9e94ef83454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db5b4be6f8c433b" /><Relationship Type="http://schemas.openxmlformats.org/officeDocument/2006/relationships/notesMaster" Target="/ppt/notesMasters/notesMaster1.xml" Id="Rb58c75a23f8b4f5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19ef19426c14c0c" /><Relationship Type="http://schemas.openxmlformats.org/officeDocument/2006/relationships/notesMaster" Target="/ppt/notesMasters/notesMaster1.xml" Id="Re7eb58e1dbf64ac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7a776fe3b1840b4" /><Relationship Type="http://schemas.openxmlformats.org/officeDocument/2006/relationships/notesMaster" Target="/ppt/notesMasters/notesMaster1.xml" Id="Rafb903722056404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0dbab98a3cd4ae8" /><Relationship Type="http://schemas.openxmlformats.org/officeDocument/2006/relationships/notesMaster" Target="/ppt/notesMasters/notesMaster1.xml" Id="R198346f991364f3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0e34bcb9e9940f4" /><Relationship Type="http://schemas.openxmlformats.org/officeDocument/2006/relationships/notesMaster" Target="/ppt/notesMasters/notesMaster1.xml" Id="R2a71f9e348be41f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b3a6253b0024d5c" /><Relationship Type="http://schemas.openxmlformats.org/officeDocument/2006/relationships/notesMaster" Target="/ppt/notesMasters/notesMaster1.xml" Id="R139a27c094644a4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70b5d20f5094825" /><Relationship Type="http://schemas.openxmlformats.org/officeDocument/2006/relationships/notesMaster" Target="/ppt/notesMasters/notesMaster1.xml" Id="Rdb841e9dfee043e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75040edb219437b" /><Relationship Type="http://schemas.openxmlformats.org/officeDocument/2006/relationships/notesMaster" Target="/ppt/notesMasters/notesMaster1.xml" Id="Rb4104f2536b24cf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ab728e5cda04a55" /><Relationship Type="http://schemas.openxmlformats.org/officeDocument/2006/relationships/notesMaster" Target="/ppt/notesMasters/notesMaster1.xml" Id="Rcb4fa31239bb405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163507337644314" /><Relationship Type="http://schemas.openxmlformats.org/officeDocument/2006/relationships/notesMaster" Target="/ppt/notesMasters/notesMaster1.xml" Id="R5a7be37bc328401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11af67a20664df0" /><Relationship Type="http://schemas.openxmlformats.org/officeDocument/2006/relationships/notesMaster" Target="/ppt/notesMasters/notesMaster1.xml" Id="R46a44f36469e454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825c6a7e3d0481c" /><Relationship Type="http://schemas.openxmlformats.org/officeDocument/2006/relationships/notesMaster" Target="/ppt/notesMasters/notesMaster1.xml" Id="Rbeb5df6f478b4f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1a5caf7fc844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c547d62fca434c" /><Relationship Type="http://schemas.openxmlformats.org/officeDocument/2006/relationships/slideLayout" Target="/ppt/slideLayouts/slideLayout1.xml" Id="R57c303263f5847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c303263f5847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aeea465a1c4be8" /><Relationship Type="http://schemas.openxmlformats.org/officeDocument/2006/relationships/image" Target="/ppt/media/image.jpeg" Id="Rd84d94f630834e7d" /><Relationship Type="http://schemas.openxmlformats.org/officeDocument/2006/relationships/notesSlide" Target="/ppt/notesSlides/notesSlide1.xml" Id="R280605b46d6a41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477c70e4a64799" /><Relationship Type="http://schemas.openxmlformats.org/officeDocument/2006/relationships/notesSlide" Target="/ppt/notesSlides/notesSlide2.xml" Id="R21a5a2d67a9148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523039f294eda" /><Relationship Type="http://schemas.openxmlformats.org/officeDocument/2006/relationships/image" Target="/ppt/media/image2.jpeg" Id="R099c097a650c4ca0" /><Relationship Type="http://schemas.openxmlformats.org/officeDocument/2006/relationships/notesSlide" Target="/ppt/notesSlides/notesSlide3.xml" Id="Rdb9d82704c7a4a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55037aa9554e72" /><Relationship Type="http://schemas.openxmlformats.org/officeDocument/2006/relationships/notesSlide" Target="/ppt/notesSlides/notesSlide4.xml" Id="Rc13d7a9b7c5f4f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1d86cd25e496b" /><Relationship Type="http://schemas.openxmlformats.org/officeDocument/2006/relationships/notesSlide" Target="/ppt/notesSlides/notesSlide5.xml" Id="R0e2a3741fad04d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513ce1e724b8f" /><Relationship Type="http://schemas.openxmlformats.org/officeDocument/2006/relationships/image" Target="/ppt/media/image3.jpeg" Id="R37affdc533294795" /><Relationship Type="http://schemas.openxmlformats.org/officeDocument/2006/relationships/notesSlide" Target="/ppt/notesSlides/notesSlide6.xml" Id="R128b13260de145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978551ac8a42a9" /><Relationship Type="http://schemas.openxmlformats.org/officeDocument/2006/relationships/image" Target="/ppt/media/image4.jpeg" Id="R12694a917ea34f52" /><Relationship Type="http://schemas.openxmlformats.org/officeDocument/2006/relationships/notesSlide" Target="/ppt/notesSlides/notesSlide7.xml" Id="R16f09126cbf747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b0888a670445b" /><Relationship Type="http://schemas.openxmlformats.org/officeDocument/2006/relationships/image" Target="/ppt/media/image5.jpeg" Id="Rafa921176fc541a6" /><Relationship Type="http://schemas.openxmlformats.org/officeDocument/2006/relationships/notesSlide" Target="/ppt/notesSlides/notesSlide8.xml" Id="R65c9db27efe740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c062b125324a46" /><Relationship Type="http://schemas.openxmlformats.org/officeDocument/2006/relationships/image" Target="/ppt/media/image6.jpeg" Id="R8341632ed7d54294" /><Relationship Type="http://schemas.openxmlformats.org/officeDocument/2006/relationships/image" Target="/ppt/media/image7.jpeg" Id="R97f9cce4479c44c9" /><Relationship Type="http://schemas.openxmlformats.org/officeDocument/2006/relationships/image" Target="/ppt/media/image8.jpeg" Id="R616e907ad1ac4de6" /><Relationship Type="http://schemas.openxmlformats.org/officeDocument/2006/relationships/image" Target="/ppt/media/image9.jpeg" Id="R3b56cb048bc447b0" /><Relationship Type="http://schemas.openxmlformats.org/officeDocument/2006/relationships/notesSlide" Target="/ppt/notesSlides/notesSlide9.xml" Id="R2342080fc5734d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b62b1f3eeb4752" /><Relationship Type="http://schemas.openxmlformats.org/officeDocument/2006/relationships/notesSlide" Target="/ppt/notesSlides/notesSlide10.xml" Id="R2b43fe62fa1a41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ea8a12dc747d6" /><Relationship Type="http://schemas.openxmlformats.org/officeDocument/2006/relationships/image" Target="/ppt/media/image10.jpeg" Id="R29bb1b156ac744e4" /><Relationship Type="http://schemas.openxmlformats.org/officeDocument/2006/relationships/notesSlide" Target="/ppt/notesSlides/notesSlide11.xml" Id="R6a35681fb739477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9c1b58cc54c76" /><Relationship Type="http://schemas.openxmlformats.org/officeDocument/2006/relationships/notesSlide" Target="/ppt/notesSlides/notesSlide12.xml" Id="R378013229d994f2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0e16a57c045bf" /><Relationship Type="http://schemas.openxmlformats.org/officeDocument/2006/relationships/notesSlide" Target="/ppt/notesSlides/notesSlide13.xml" Id="R4759175fae9f421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bfc295bd2477d" /><Relationship Type="http://schemas.openxmlformats.org/officeDocument/2006/relationships/notesSlide" Target="/ppt/notesSlides/notesSlide14.xml" Id="R95e9d45f171f4c2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3fd34fe46416d" /><Relationship Type="http://schemas.openxmlformats.org/officeDocument/2006/relationships/notesSlide" Target="/ppt/notesSlides/notesSlide15.xml" Id="Rbab5327f57934b8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04b3c0ab24a99" /><Relationship Type="http://schemas.openxmlformats.org/officeDocument/2006/relationships/image" Target="/ppt/media/image11.jpeg" Id="R820a3490b05040e0" /><Relationship Type="http://schemas.openxmlformats.org/officeDocument/2006/relationships/notesSlide" Target="/ppt/notesSlides/notesSlide16.xml" Id="R904a36bbff58468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a2e1c49874ba1" /><Relationship Type="http://schemas.openxmlformats.org/officeDocument/2006/relationships/notesSlide" Target="/ppt/notesSlides/notesSlide17.xml" Id="R07e806a1e5ea486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1adc0437640bb" /><Relationship Type="http://schemas.openxmlformats.org/officeDocument/2006/relationships/notesSlide" Target="/ppt/notesSlides/notesSlide18.xml" Id="Rfff01a6ca9c44a4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c38f3b6b7a4e3c" /><Relationship Type="http://schemas.openxmlformats.org/officeDocument/2006/relationships/notesSlide" Target="/ppt/notesSlides/notesSlide19.xml" Id="Rc2a83fb793be43b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6ebc877fe54bc4" /><Relationship Type="http://schemas.openxmlformats.org/officeDocument/2006/relationships/notesSlide" Target="/ppt/notesSlides/notesSlide20.xml" Id="Rf89e211cb2c44d3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c101661094eac" /><Relationship Type="http://schemas.openxmlformats.org/officeDocument/2006/relationships/image" Target="/ppt/media/image12.jpeg" Id="R89d0de6e3e1b4b41" /><Relationship Type="http://schemas.openxmlformats.org/officeDocument/2006/relationships/image" Target="/ppt/media/image13.jpeg" Id="R46aa25e99f4a4e79" /><Relationship Type="http://schemas.openxmlformats.org/officeDocument/2006/relationships/image" Target="/ppt/media/image14.jpeg" Id="Rcc5975c0dd704a4d" /><Relationship Type="http://schemas.openxmlformats.org/officeDocument/2006/relationships/notesSlide" Target="/ppt/notesSlides/notesSlide21.xml" Id="R339a6884d7da465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5119c958d54bff" /><Relationship Type="http://schemas.openxmlformats.org/officeDocument/2006/relationships/notesSlide" Target="/ppt/notesSlides/notesSlide22.xml" Id="R6092ea24faa242b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def2d41774268" /><Relationship Type="http://schemas.openxmlformats.org/officeDocument/2006/relationships/notesSlide" Target="/ppt/notesSlides/notesSlide23.xml" Id="Reb7043d8b9f84c2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2ad3e8be0410c" /><Relationship Type="http://schemas.openxmlformats.org/officeDocument/2006/relationships/image" Target="/ppt/media/image.bin" Id="R4c04f0a336f24bfc" /><Relationship Type="http://schemas.openxmlformats.org/officeDocument/2006/relationships/notesSlide" Target="/ppt/notesSlides/notesSlide24.xml" Id="R3e9e271ea7cf49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0C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4d94f630834e7d"/>
          <a:srcRect xmlns:a="http://schemas.openxmlformats.org/drawingml/2006/main" l="4626" t="0" r="46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0"/>
            <a:ext cx="4857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veil">
            <a:extLst xmlns:a="http://schemas.openxmlformats.org/drawingml/2006/main">
              <a:ext uri="{FF2B5EF4-FFF2-40B4-BE49-F238E27FC236}">
                <a16:creationId xmlns:a16="http://schemas.microsoft.com/office/drawing/2014/main" id="{1A3CBD85-D1C0-42DB-8B87-E19DC8BF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0C0A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A629EAF9-4551-4FF3-90D2-EF1D63DC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D5B879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D5B879"/>
                </a:solidFill>
                <a:latin typeface="Inter"/>
                <a:ea typeface="Inter"/>
                <a:cs typeface="Inter"/>
              </a:rPr>
              <a:t>MASTER DECK CORPORATIVO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22EC248-FA55-4F22-91BB-77931BC3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191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480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rPr>
              <a:t>El Caribe</a:t>
            </a:r>
          </a:p>
          <a:p xmlns:a="http://schemas.openxmlformats.org/drawingml/2006/main">
            <a:pPr algn="l">
              <a:defRPr sz="480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480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rPr>
              <a:t>transforma</a:t>
            </a:r>
          </a:p>
          <a:p xmlns:a="http://schemas.openxmlformats.org/drawingml/2006/main">
            <a:pPr algn="l">
              <a:defRPr sz="480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480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rPr>
              <a:t>el tiempo.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997B0B39-9ED9-4589-AAB0-B6206D29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24375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FFFFF">
                    <a:alpha val="6902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575" b="0" i="0">
                <a:solidFill>
                  <a:srgbClr val="FFFFFF">
                    <a:alpha val="69020"/>
                  </a:srgbClr>
                </a:solidFill>
                <a:latin typeface="Inter"/>
                <a:ea typeface="Inter"/>
                <a:cs typeface="Inter"/>
              </a:rPr>
              <a:t>Sistema editable para estrategia, marca, producto y ejecución.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420C0116-5254-4D3F-8F8B-6F49F9A7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8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dition">
            <a:extLst xmlns:a="http://schemas.openxmlformats.org/drawingml/2006/main">
              <a:ext uri="{FF2B5EF4-FFF2-40B4-BE49-F238E27FC236}">
                <a16:creationId xmlns:a16="http://schemas.microsoft.com/office/drawing/2014/main" id="{9ECBFE93-DB2B-4EB5-9570-14B3EED5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5B879"/>
                </a:solidFill>
                <a:latin typeface="Inter"/>
                <a:ea typeface="Inter"/>
                <a:cs typeface="Inter"/>
              </a:defRPr>
            </a:pPr>
            <a:r>
              <a:rPr sz="975" b="1" i="0">
                <a:solidFill>
                  <a:srgbClr val="D5B879"/>
                </a:solidFill>
                <a:latin typeface="Inter"/>
                <a:ea typeface="Inter"/>
                <a:cs typeface="Inter"/>
              </a:rPr>
              <a:t>V.02 · Adobe Garamond Pro + Inter</a:t>
            </a:r>
          </a:p>
        </p:txBody>
      </p:sp>
    </p:spTree>
    <p:extLst>
      <p:ext uri="{BB962C8B-B14F-4D97-AF65-F5344CB8AC3E}">
        <p14:creationId xmlns:p14="http://schemas.microsoft.com/office/powerpoint/2010/main" val="17319005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brand">
            <a:extLst xmlns:a="http://schemas.openxmlformats.org/drawingml/2006/main">
              <a:ext uri="{FF2B5EF4-FFF2-40B4-BE49-F238E27FC236}">
                <a16:creationId xmlns:a16="http://schemas.microsoft.com/office/drawing/2014/main" id="{D65E9732-3973-4A74-A7D8-3DAB51A8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RON CARÚPANO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249FB41D-2BEC-4163-AA12-5A7B997F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7ADBA84E-01E9-4836-B5A7-D4B1501E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CÓMO USAR ESTE MASTER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F90C5B1-79E4-472E-B470-ECA83283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375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Una estructura consistente</a:t>
            </a:r>
          </a:p>
          <a:p xmlns:a="http://schemas.openxmlformats.org/drawingml/2006/main">
            <a:pPr algn="l">
              <a:defRPr sz="375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375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sin limitar las ideas.</a:t>
            </a:r>
          </a:p>
        </p:txBody>
      </p:sp>
      <p:sp>
        <p:nvSpPr>
          <p:cNvPr id="5" name="intro">
            <a:extLst xmlns:a="http://schemas.openxmlformats.org/drawingml/2006/main">
              <a:ext uri="{FF2B5EF4-FFF2-40B4-BE49-F238E27FC236}">
                <a16:creationId xmlns:a16="http://schemas.microsoft.com/office/drawing/2014/main" id="{479E03C9-A6AE-4269-B1F0-9E0C38B5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1500" b="0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Elija el layout según el trabajo de la slide. Mantenga una idea dominante, una jerarquía clara y suficiente respiración.</a:t>
            </a:r>
          </a:p>
        </p:txBody>
      </p:sp>
      <p:sp>
        <p:nvSpPr>
          <p:cNvPr id="6" name="n0">
            <a:extLst xmlns:a="http://schemas.openxmlformats.org/drawingml/2006/main">
              <a:ext uri="{FF2B5EF4-FFF2-40B4-BE49-F238E27FC236}">
                <a16:creationId xmlns:a16="http://schemas.microsoft.com/office/drawing/2014/main" id="{D5D214C2-A7BF-49A8-B12E-8B37ED20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1200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7" name="h0">
            <a:extLst xmlns:a="http://schemas.openxmlformats.org/drawingml/2006/main">
              <a:ext uri="{FF2B5EF4-FFF2-40B4-BE49-F238E27FC236}">
                <a16:creationId xmlns:a16="http://schemas.microsoft.com/office/drawing/2014/main" id="{A9E55DEA-AADC-442A-BECA-DC3C6F89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433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0C0A"/>
                </a:solidFill>
                <a:latin typeface="Inter"/>
                <a:ea typeface="Inter"/>
                <a:cs typeface="Inter"/>
              </a:defRPr>
            </a:pPr>
            <a:r>
              <a:rPr sz="1425" b="1" i="0">
                <a:solidFill>
                  <a:srgbClr val="100C0A"/>
                </a:solidFill>
                <a:latin typeface="Inter"/>
                <a:ea typeface="Inter"/>
                <a:cs typeface="Inter"/>
              </a:rPr>
              <a:t>Adobe Garamond Pro</a:t>
            </a:r>
          </a:p>
        </p:txBody>
      </p:sp>
      <p:sp>
        <p:nvSpPr>
          <p:cNvPr id="8" name="b0">
            <a:extLst xmlns:a="http://schemas.openxmlformats.org/drawingml/2006/main">
              <a:ext uri="{FF2B5EF4-FFF2-40B4-BE49-F238E27FC236}">
                <a16:creationId xmlns:a16="http://schemas.microsoft.com/office/drawing/2014/main" id="{781F6B95-8195-45E5-AA25-83ACBC1F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4335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Titulares, citas y momentos de expresión.</a:t>
            </a:r>
          </a:p>
        </p:txBody>
      </p:sp>
      <p:sp>
        <p:nvSpPr>
          <p:cNvPr id="9" name="l0">
            <a:extLst xmlns:a="http://schemas.openxmlformats.org/drawingml/2006/main">
              <a:ext uri="{FF2B5EF4-FFF2-40B4-BE49-F238E27FC236}">
                <a16:creationId xmlns:a16="http://schemas.microsoft.com/office/drawing/2014/main" id="{E188FA8F-DBF0-478D-9E34-AF937244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n1">
            <a:extLst xmlns:a="http://schemas.openxmlformats.org/drawingml/2006/main">
              <a:ext uri="{FF2B5EF4-FFF2-40B4-BE49-F238E27FC236}">
                <a16:creationId xmlns:a16="http://schemas.microsoft.com/office/drawing/2014/main" id="{AE1EFDF8-8F27-492F-8F6C-5D575CCC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1200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1" name="h1">
            <a:extLst xmlns:a="http://schemas.openxmlformats.org/drawingml/2006/main">
              <a:ext uri="{FF2B5EF4-FFF2-40B4-BE49-F238E27FC236}">
                <a16:creationId xmlns:a16="http://schemas.microsoft.com/office/drawing/2014/main" id="{9A302DED-89BD-4BFE-91E1-83C0B74E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52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0C0A"/>
                </a:solidFill>
                <a:latin typeface="Inter"/>
                <a:ea typeface="Inter"/>
                <a:cs typeface="Inter"/>
              </a:defRPr>
            </a:pPr>
            <a:r>
              <a:rPr sz="1425" b="1" i="0">
                <a:solidFill>
                  <a:srgbClr val="100C0A"/>
                </a:solidFill>
                <a:latin typeface="Inter"/>
                <a:ea typeface="Inter"/>
                <a:cs typeface="Inter"/>
              </a:rPr>
              <a:t>Inter</a:t>
            </a:r>
          </a:p>
        </p:txBody>
      </p:sp>
      <p:sp>
        <p:nvSpPr>
          <p:cNvPr id="12" name="b1">
            <a:extLst xmlns:a="http://schemas.openxmlformats.org/drawingml/2006/main">
              <a:ext uri="{FF2B5EF4-FFF2-40B4-BE49-F238E27FC236}">
                <a16:creationId xmlns:a16="http://schemas.microsoft.com/office/drawing/2014/main" id="{80FDC79C-734A-4AF4-9CE2-83EC034E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5295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Contenido, datos, tablas y navegación.</a:t>
            </a:r>
          </a:p>
        </p:txBody>
      </p:sp>
      <p:sp>
        <p:nvSpPr>
          <p:cNvPr id="13" name="l1">
            <a:extLst xmlns:a="http://schemas.openxmlformats.org/drawingml/2006/main">
              <a:ext uri="{FF2B5EF4-FFF2-40B4-BE49-F238E27FC236}">
                <a16:creationId xmlns:a16="http://schemas.microsoft.com/office/drawing/2014/main" id="{3D9C5590-6C00-4B2D-BBD4-6382ABC0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n2">
            <a:extLst xmlns:a="http://schemas.openxmlformats.org/drawingml/2006/main">
              <a:ext uri="{FF2B5EF4-FFF2-40B4-BE49-F238E27FC236}">
                <a16:creationId xmlns:a16="http://schemas.microsoft.com/office/drawing/2014/main" id="{B9968505-7B84-4E03-B3D2-C417D5B2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1200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5" name="h2">
            <a:extLst xmlns:a="http://schemas.openxmlformats.org/drawingml/2006/main">
              <a:ext uri="{FF2B5EF4-FFF2-40B4-BE49-F238E27FC236}">
                <a16:creationId xmlns:a16="http://schemas.microsoft.com/office/drawing/2014/main" id="{30134B48-47F9-4640-BF75-7349E228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625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0C0A"/>
                </a:solidFill>
                <a:latin typeface="Inter"/>
                <a:ea typeface="Inter"/>
                <a:cs typeface="Inter"/>
              </a:defRPr>
            </a:pPr>
            <a:r>
              <a:rPr sz="1425" b="1" i="0">
                <a:solidFill>
                  <a:srgbClr val="100C0A"/>
                </a:solidFill>
                <a:latin typeface="Inter"/>
                <a:ea typeface="Inter"/>
                <a:cs typeface="Inter"/>
              </a:rPr>
              <a:t>Una idea por slide</a:t>
            </a:r>
          </a:p>
        </p:txBody>
      </p:sp>
      <p:sp>
        <p:nvSpPr>
          <p:cNvPr id="16" name="b2">
            <a:extLst xmlns:a="http://schemas.openxmlformats.org/drawingml/2006/main">
              <a:ext uri="{FF2B5EF4-FFF2-40B4-BE49-F238E27FC236}">
                <a16:creationId xmlns:a16="http://schemas.microsoft.com/office/drawing/2014/main" id="{84D3136D-9BE9-4D11-96EC-E0F222FF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6255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Edite, duplique o elimine sin mezclar estructuras.</a:t>
            </a:r>
          </a:p>
        </p:txBody>
      </p:sp>
      <p:sp>
        <p:nvSpPr>
          <p:cNvPr id="17" name="l2">
            <a:extLst xmlns:a="http://schemas.openxmlformats.org/drawingml/2006/main">
              <a:ext uri="{FF2B5EF4-FFF2-40B4-BE49-F238E27FC236}">
                <a16:creationId xmlns:a16="http://schemas.microsoft.com/office/drawing/2014/main" id="{C849B0F5-BC49-4831-9FB0-19B7BEAF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046632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rand">
            <a:extLst xmlns:a="http://schemas.openxmlformats.org/drawingml/2006/main">
              <a:ext uri="{FF2B5EF4-FFF2-40B4-BE49-F238E27FC236}">
                <a16:creationId xmlns:a16="http://schemas.microsoft.com/office/drawing/2014/main" id="{F49B4030-080B-4A12-99DD-D0C428A6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RON CARÚPANO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9C7B3E33-8D59-4ACC-BAF9-5F33D652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FF36F4AB-CBDA-43BA-B50E-6B74B50D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PORTADA CLARA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6305439-C31C-4331-B33A-0BCACADC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465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Una historia que</a:t>
            </a:r>
          </a:p>
          <a:p xmlns:a="http://schemas.openxmlformats.org/drawingml/2006/main">
            <a:pPr algn="l">
              <a:defRPr sz="465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465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sigue avanzando.</a:t>
            </a:r>
          </a:p>
        </p:txBody>
      </p:sp>
      <p:sp>
        <p:nvSpPr>
          <p:cNvPr id="5" name="sub">
            <a:extLst xmlns:a="http://schemas.openxmlformats.org/drawingml/2006/main">
              <a:ext uri="{FF2B5EF4-FFF2-40B4-BE49-F238E27FC236}">
                <a16:creationId xmlns:a16="http://schemas.microsoft.com/office/drawing/2014/main" id="{45F7E3BE-2029-4EAB-8982-8BF46A5F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1500" b="0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Título de la presentación · Área o proyecto · Fecha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9c097a650c4ca0"/>
          <a:stretch xmlns:a="http://schemas.openxmlformats.org/drawingml/2006/main"/>
        </p:blipFill>
        <p:spPr>
          <a:xfrm xmlns:a="http://schemas.openxmlformats.org/drawingml/2006/main">
            <a:off x="8191500" y="1703348"/>
            <a:ext cx="2857500" cy="3660854"/>
          </a:xfrm>
          <a:prstGeom xmlns:a="http://schemas.openxmlformats.org/drawingml/2006/main" prst="rect">
            <a:avLst/>
          </a:prstGeom>
        </p:spPr>
      </p:pic>
      <p:sp>
        <p:nvSpPr>
          <p:cNvPr id="7" name="accent">
            <a:extLst xmlns:a="http://schemas.openxmlformats.org/drawingml/2006/main">
              <a:ext uri="{FF2B5EF4-FFF2-40B4-BE49-F238E27FC236}">
                <a16:creationId xmlns:a16="http://schemas.microsoft.com/office/drawing/2014/main" id="{37DE327C-C2A7-4EB3-900D-55D018EB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95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865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896524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A886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rand">
            <a:extLst xmlns:a="http://schemas.openxmlformats.org/drawingml/2006/main">
              <a:ext uri="{FF2B5EF4-FFF2-40B4-BE49-F238E27FC236}">
                <a16:creationId xmlns:a16="http://schemas.microsoft.com/office/drawing/2014/main" id="{EF31EB86-4A42-438D-B595-E28BA284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RON CARÚPANO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D3441D42-E99A-4964-9BDD-A2A7FEEF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659FAF2B-C269-422D-B081-B6DA9BA7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619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15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615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02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E299677-42EF-4356-A050-ED83C4D8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381125"/>
            <a:ext cx="7429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125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4125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La idea que abre</a:t>
            </a:r>
          </a:p>
          <a:p xmlns:a="http://schemas.openxmlformats.org/drawingml/2006/main">
            <a:pPr algn="l">
              <a:defRPr sz="4125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4125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el siguiente capítulo.</a:t>
            </a:r>
          </a:p>
        </p:txBody>
      </p:sp>
      <p:sp>
        <p:nvSpPr>
          <p:cNvPr id="5" name="copy">
            <a:extLst xmlns:a="http://schemas.openxmlformats.org/drawingml/2006/main">
              <a:ext uri="{FF2B5EF4-FFF2-40B4-BE49-F238E27FC236}">
                <a16:creationId xmlns:a16="http://schemas.microsoft.com/office/drawing/2014/main" id="{EC1F17F1-8EEF-4EE8-9637-04212348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337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271F"/>
                </a:solidFill>
                <a:latin typeface="Inter"/>
                <a:ea typeface="Inter"/>
                <a:cs typeface="Inter"/>
              </a:defRPr>
            </a:pPr>
            <a:r>
              <a:rPr sz="1425" b="0" i="0">
                <a:solidFill>
                  <a:srgbClr val="34271F"/>
                </a:solidFill>
                <a:latin typeface="Inter"/>
                <a:ea typeface="Inter"/>
                <a:cs typeface="Inter"/>
              </a:rPr>
              <a:t>Use una frase que cree dirección y prepare la conversación.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FAC7A0CF-C1F3-4E46-B93F-2FC68516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333875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0C0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115668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0C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rand">
            <a:extLst xmlns:a="http://schemas.openxmlformats.org/drawingml/2006/main">
              <a:ext uri="{FF2B5EF4-FFF2-40B4-BE49-F238E27FC236}">
                <a16:creationId xmlns:a16="http://schemas.microsoft.com/office/drawing/2014/main" id="{B7E5C8B2-9BF2-4656-806C-66578A42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D5B879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D5B879"/>
                </a:solidFill>
                <a:latin typeface="Inter"/>
                <a:ea typeface="Inter"/>
                <a:cs typeface="Inter"/>
              </a:rPr>
              <a:t>RON CARÚPANO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80EA9932-7887-49CC-A2CB-AB0B40DF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FFFFFF">
                    <a:alpha val="43922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FFFFFF">
                    <a:alpha val="43922"/>
                  </a:srgbClr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4ADA3B28-6957-4BE8-A909-BBBCB9B5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D5B879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D5B879"/>
                </a:solidFill>
                <a:latin typeface="Inter"/>
                <a:ea typeface="Inter"/>
                <a:cs typeface="Inter"/>
              </a:rPr>
              <a:t>DECLARACIÓN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431E682-7854-4C06-8CC4-567846B3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810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95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495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rPr>
              <a:t>El origen no es contexto.</a:t>
            </a:r>
          </a:p>
          <a:p xmlns:a="http://schemas.openxmlformats.org/drawingml/2006/main">
            <a:pPr algn="l">
              <a:defRPr sz="495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495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rPr>
              <a:t>Es una ventaja.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B336287-7472-4073-879B-DCA0A1A9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>
                    <a:alpha val="58824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500" b="0" i="0">
                <a:solidFill>
                  <a:srgbClr val="FFFFFF">
                    <a:alpha val="58824"/>
                  </a:srgbClr>
                </a:solidFill>
                <a:latin typeface="Inter"/>
                <a:ea typeface="Inter"/>
                <a:cs typeface="Inter"/>
              </a:rPr>
              <a:t>Una slide para concentrar atención en una sola conclusión.</a:t>
            </a:r>
          </a:p>
        </p:txBody>
      </p:sp>
      <p:sp>
        <p:nvSpPr>
          <p:cNvPr id="6" name="mark">
            <a:extLst xmlns:a="http://schemas.openxmlformats.org/drawingml/2006/main">
              <a:ext uri="{FF2B5EF4-FFF2-40B4-BE49-F238E27FC236}">
                <a16:creationId xmlns:a16="http://schemas.microsoft.com/office/drawing/2014/main" id="{3D6269BF-ACB1-4BCE-879F-DBD4E503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672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600" b="1" i="0">
                <a:solidFill>
                  <a:srgbClr val="D5B879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6600" b="1" i="0">
                <a:solidFill>
                  <a:srgbClr val="D5B879"/>
                </a:solidFill>
                <a:latin typeface="Adobe Garamond Pro"/>
                <a:ea typeface="Adobe Garamond Pro"/>
                <a:cs typeface="Adobe Garamond Pro"/>
              </a:rPr>
              <a:t>1762</a:t>
            </a:r>
          </a:p>
        </p:txBody>
      </p:sp>
    </p:spTree>
    <p:extLst>
      <p:ext uri="{BB962C8B-B14F-4D97-AF65-F5344CB8AC3E}">
        <p14:creationId xmlns:p14="http://schemas.microsoft.com/office/powerpoint/2010/main" val="125046415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affdc533294795"/>
          <a:srcRect xmlns:a="http://schemas.openxmlformats.org/drawingml/2006/main" l="0" t="31211" r="0" b="312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crim">
            <a:extLst xmlns:a="http://schemas.openxmlformats.org/drawingml/2006/main">
              <a:ext uri="{FF2B5EF4-FFF2-40B4-BE49-F238E27FC236}">
                <a16:creationId xmlns:a16="http://schemas.microsoft.com/office/drawing/2014/main" id="{B12309F0-6AF7-40E2-A88F-884F2EDC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0C0A">
              <a:alpha val="5098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DE2C22FB-D7B8-430C-A49C-386948B0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D5B879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D5B879"/>
                </a:solidFill>
                <a:latin typeface="Inter"/>
                <a:ea typeface="Inter"/>
                <a:cs typeface="Inter"/>
              </a:rPr>
              <a:t>EXPERIENCIA / RITUAL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BEFB048-FDBE-4C42-A3B2-3E282A39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676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50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450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rPr>
              <a:t>Una copa.</a:t>
            </a:r>
          </a:p>
          <a:p xmlns:a="http://schemas.openxmlformats.org/drawingml/2006/main">
            <a:pPr algn="l">
              <a:defRPr sz="450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450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rPr>
              <a:t>Otra dimensión.</a:t>
            </a:r>
          </a:p>
        </p:txBody>
      </p:sp>
      <p:sp>
        <p:nvSpPr>
          <p:cNvPr id="5" name="caption">
            <a:extLst xmlns:a="http://schemas.openxmlformats.org/drawingml/2006/main">
              <a:ext uri="{FF2B5EF4-FFF2-40B4-BE49-F238E27FC236}">
                <a16:creationId xmlns:a16="http://schemas.microsoft.com/office/drawing/2014/main" id="{45022A51-325D-4A2A-9E4A-56CDD4EF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>
                    <a:alpha val="6902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350" b="0" i="0">
                <a:solidFill>
                  <a:srgbClr val="FFFFFF">
                    <a:alpha val="69020"/>
                  </a:srgbClr>
                </a:solidFill>
                <a:latin typeface="Inter"/>
                <a:ea typeface="Inter"/>
                <a:cs typeface="Inter"/>
              </a:rPr>
              <a:t>Formato de imagen completa para campañas, cultura y aperturas emocionales.</a:t>
            </a:r>
          </a:p>
        </p:txBody>
      </p:sp>
    </p:spTree>
    <p:extLst>
      <p:ext uri="{BB962C8B-B14F-4D97-AF65-F5344CB8AC3E}">
        <p14:creationId xmlns:p14="http://schemas.microsoft.com/office/powerpoint/2010/main" val="17716722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694a917ea34f52"/>
          <a:srcRect xmlns:a="http://schemas.openxmlformats.org/drawingml/2006/main" l="0" t="7807" r="0" b="78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429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E9370CF8-9541-44CF-8500-32274622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RON CARÚPANO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C29806B0-EAE3-476B-A681-74F95F91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07</a:t>
            </a:r>
          </a:p>
        </p:txBody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77B91F29-F8F6-4117-9EF7-5EC75972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876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HISTORIA / CONTEXTO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CFFCCE0-E7B7-4E8C-B8BC-2B217689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36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El momento importa</a:t>
            </a:r>
          </a:p>
          <a:p xmlns:a="http://schemas.openxmlformats.org/drawingml/2006/main">
            <a:pPr algn="l">
              <a:defRPr sz="36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36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tanto como la copa.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F1B0DFA8-7711-4603-8E7E-06D01C2A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1425" b="0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Use este formato cuando la fotografía aporte contexto humano, sensorial o cultural. El texto debe explicar por qué esa escena es relevante para la audiencia.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A6BB3952-73DD-4152-94DE-F86C7A67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0065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865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329949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0C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rand">
            <a:extLst xmlns:a="http://schemas.openxmlformats.org/drawingml/2006/main">
              <a:ext uri="{FF2B5EF4-FFF2-40B4-BE49-F238E27FC236}">
                <a16:creationId xmlns:a16="http://schemas.microsoft.com/office/drawing/2014/main" id="{1A104F37-5ED9-48DA-B9C0-2A0DD4EF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D5B879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D5B879"/>
                </a:solidFill>
                <a:latin typeface="Inter"/>
                <a:ea typeface="Inter"/>
                <a:cs typeface="Inter"/>
              </a:rPr>
              <a:t>RON CARÚPANO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116C5070-1A9C-4105-B977-16FD175B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FFFFFF">
                    <a:alpha val="43922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FFFFFF">
                    <a:alpha val="43922"/>
                  </a:srgbClr>
                </a:solidFill>
                <a:latin typeface="Inter"/>
                <a:ea typeface="Inter"/>
                <a:cs typeface="Inter"/>
              </a:rPr>
              <a:t>08</a:t>
            </a:r>
          </a:p>
        </p:txBody>
      </p:sp>
      <p:sp>
        <p:nvSpPr>
          <p:cNvPr id="3" name="frame">
            <a:extLst xmlns:a="http://schemas.openxmlformats.org/drawingml/2006/main">
              <a:ext uri="{FF2B5EF4-FFF2-40B4-BE49-F238E27FC236}">
                <a16:creationId xmlns:a16="http://schemas.microsoft.com/office/drawing/2014/main" id="{3B02C71E-9BE6-463A-84F3-FDDA56BB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4476750" cy="523875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2B1B15"/>
          </a:solidFill>
          <a:ln xmlns:a="http://schemas.openxmlformats.org/drawingml/2006/main" w="9525">
            <a:solidFill>
              <a:srgbClr val="4B3329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a921176fc541a6"/>
          <a:stretch xmlns:a="http://schemas.openxmlformats.org/drawingml/2006/main"/>
        </p:blipFill>
        <p:spPr>
          <a:xfrm xmlns:a="http://schemas.openxmlformats.org/drawingml/2006/main">
            <a:off x="1066800" y="1120882"/>
            <a:ext cx="3714750" cy="4759110"/>
          </a:xfrm>
          <a:prstGeom xmlns:a="http://schemas.openxmlformats.org/drawingml/2006/main" prst="rect">
            <a:avLst/>
          </a:prstGeom>
        </p:spPr>
      </p:pic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3204EA26-F8DA-413E-8806-4183D55B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047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D5B879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D5B879"/>
                </a:solidFill>
                <a:latin typeface="Inter"/>
                <a:ea typeface="Inter"/>
                <a:cs typeface="Inter"/>
              </a:rPr>
              <a:t>ULTRA-PREMIUM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9788BB6-D02F-42D3-B24E-1C903B65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859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390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rPr>
              <a:t>Carúpano 21</a:t>
            </a:r>
          </a:p>
        </p:txBody>
      </p:sp>
      <p:sp>
        <p:nvSpPr>
          <p:cNvPr id="7" name="role">
            <a:extLst xmlns:a="http://schemas.openxmlformats.org/drawingml/2006/main">
              <a:ext uri="{FF2B5EF4-FFF2-40B4-BE49-F238E27FC236}">
                <a16:creationId xmlns:a16="http://schemas.microsoft.com/office/drawing/2014/main" id="{0E12DC4D-9F35-4094-AFB6-16D4A0A5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6220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FFF">
                    <a:alpha val="6902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650" b="0" i="0">
                <a:solidFill>
                  <a:srgbClr val="FFFFFF">
                    <a:alpha val="69020"/>
                  </a:srgbClr>
                </a:solidFill>
                <a:latin typeface="Inter"/>
                <a:ea typeface="Inter"/>
                <a:cs typeface="Inter"/>
              </a:rPr>
              <a:t>Complejidad, equilibrio y una entrada natural al lujo de alta gama.</a:t>
            </a:r>
          </a:p>
        </p:txBody>
      </p:sp>
      <p:sp>
        <p:nvSpPr>
          <p:cNvPr id="8" name="line">
            <a:extLst xmlns:a="http://schemas.openxmlformats.org/drawingml/2006/main">
              <a:ext uri="{FF2B5EF4-FFF2-40B4-BE49-F238E27FC236}">
                <a16:creationId xmlns:a16="http://schemas.microsoft.com/office/drawing/2014/main" id="{89230ED1-7E35-4DF2-A4AB-BE1AEB9C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004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54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ge">
            <a:extLst xmlns:a="http://schemas.openxmlformats.org/drawingml/2006/main">
              <a:ext uri="{FF2B5EF4-FFF2-40B4-BE49-F238E27FC236}">
                <a16:creationId xmlns:a16="http://schemas.microsoft.com/office/drawing/2014/main" id="{42D1726D-09D3-42F1-AEF5-B75FFF2D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05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5B879"/>
                </a:solidFill>
                <a:latin typeface="Inter"/>
                <a:ea typeface="Inter"/>
                <a:cs typeface="Inter"/>
              </a:defRPr>
            </a:pPr>
            <a:r>
              <a:rPr sz="975" b="1" i="0">
                <a:solidFill>
                  <a:srgbClr val="D5B879"/>
                </a:solidFill>
                <a:latin typeface="Inter"/>
                <a:ea typeface="Inter"/>
                <a:cs typeface="Inter"/>
              </a:rPr>
              <a:t>HASTA 21 AÑOS</a:t>
            </a:r>
          </a:p>
        </p:txBody>
      </p:sp>
      <p:sp>
        <p:nvSpPr>
          <p:cNvPr id="10" name="abv">
            <a:extLst xmlns:a="http://schemas.openxmlformats.org/drawingml/2006/main">
              <a:ext uri="{FF2B5EF4-FFF2-40B4-BE49-F238E27FC236}">
                <a16:creationId xmlns:a16="http://schemas.microsoft.com/office/drawing/2014/main" id="{A83ED8E3-3085-4A09-9BA3-03FDFF64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05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5B879"/>
                </a:solidFill>
                <a:latin typeface="Inter"/>
                <a:ea typeface="Inter"/>
                <a:cs typeface="Inter"/>
              </a:defRPr>
            </a:pPr>
            <a:r>
              <a:rPr sz="975" b="1" i="0">
                <a:solidFill>
                  <a:srgbClr val="D5B879"/>
                </a:solidFill>
                <a:latin typeface="Inter"/>
                <a:ea typeface="Inter"/>
                <a:cs typeface="Inter"/>
              </a:rPr>
              <a:t>40° G.L.</a:t>
            </a:r>
          </a:p>
        </p:txBody>
      </p:sp>
      <p:sp>
        <p:nvSpPr>
          <p:cNvPr id="11" name="notes">
            <a:extLst xmlns:a="http://schemas.openxmlformats.org/drawingml/2006/main">
              <a:ext uri="{FF2B5EF4-FFF2-40B4-BE49-F238E27FC236}">
                <a16:creationId xmlns:a16="http://schemas.microsoft.com/office/drawing/2014/main" id="{85B7C02A-913D-4812-98B7-39CA6E44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291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>
                    <a:alpha val="56078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FFFFFF">
                    <a:alpha val="56078"/>
                  </a:srgbClr>
                </a:solidFill>
                <a:latin typeface="Inter"/>
                <a:ea typeface="Inter"/>
                <a:cs typeface="Inter"/>
              </a:rPr>
              <a:t>Frutos rojos · sarrapia · madera · café · chocolate negro</a:t>
            </a:r>
          </a:p>
        </p:txBody>
      </p:sp>
    </p:spTree>
    <p:extLst>
      <p:ext uri="{BB962C8B-B14F-4D97-AF65-F5344CB8AC3E}">
        <p14:creationId xmlns:p14="http://schemas.microsoft.com/office/powerpoint/2010/main" val="15145585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brand">
            <a:extLst xmlns:a="http://schemas.openxmlformats.org/drawingml/2006/main">
              <a:ext uri="{FF2B5EF4-FFF2-40B4-BE49-F238E27FC236}">
                <a16:creationId xmlns:a16="http://schemas.microsoft.com/office/drawing/2014/main" id="{08A2C21A-26E4-4566-9E0D-CE9C9A70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RON CARÚPANO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30A3C813-0B24-4FA1-BE1B-022648D3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09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1A73C3F6-6DFA-4BA9-A468-62BEF97F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ARQUITECTURA DE PORTAFOLIO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7CDBFC2-A344-4CCC-BF94-4D2463E4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04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36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Cada expresión ocupa</a:t>
            </a:r>
          </a:p>
          <a:p xmlns:a="http://schemas.openxmlformats.org/drawingml/2006/main">
            <a:pPr algn="l">
              <a:defRPr sz="36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36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un lugar reconocible.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41632ed7d54294"/>
          <a:stretch xmlns:a="http://schemas.openxmlformats.org/drawingml/2006/main"/>
        </p:blipFill>
        <p:spPr>
          <a:xfrm xmlns:a="http://schemas.openxmlformats.org/drawingml/2006/main">
            <a:off x="742950" y="2984105"/>
            <a:ext cx="1809750" cy="2318541"/>
          </a:xfrm>
          <a:prstGeom xmlns:a="http://schemas.openxmlformats.org/drawingml/2006/main" prst="rect">
            <a:avLst/>
          </a:prstGeom>
        </p:spPr>
      </p:pic>
      <p:sp>
        <p:nvSpPr>
          <p:cNvPr id="6" name="age0">
            <a:extLst xmlns:a="http://schemas.openxmlformats.org/drawingml/2006/main">
              <a:ext uri="{FF2B5EF4-FFF2-40B4-BE49-F238E27FC236}">
                <a16:creationId xmlns:a16="http://schemas.microsoft.com/office/drawing/2014/main" id="{C51A1281-FCAC-4DEE-928F-074CBD3C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15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6</a:t>
            </a:r>
          </a:p>
        </p:txBody>
      </p:sp>
      <p:sp>
        <p:nvSpPr>
          <p:cNvPr id="7" name="tier0">
            <a:extLst xmlns:a="http://schemas.openxmlformats.org/drawingml/2006/main">
              <a:ext uri="{FF2B5EF4-FFF2-40B4-BE49-F238E27FC236}">
                <a16:creationId xmlns:a16="http://schemas.microsoft.com/office/drawing/2014/main" id="{85A2D9C3-2CD1-4D7F-85B7-7613B7EF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900" b="1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Entrada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f9cce4479c44c9"/>
          <a:stretch xmlns:a="http://schemas.openxmlformats.org/drawingml/2006/main"/>
        </p:blipFill>
        <p:spPr>
          <a:xfrm xmlns:a="http://schemas.openxmlformats.org/drawingml/2006/main">
            <a:off x="3505200" y="2984105"/>
            <a:ext cx="1809750" cy="2318541"/>
          </a:xfrm>
          <a:prstGeom xmlns:a="http://schemas.openxmlformats.org/drawingml/2006/main" prst="rect">
            <a:avLst/>
          </a:prstGeom>
        </p:spPr>
      </p:pic>
      <p:sp>
        <p:nvSpPr>
          <p:cNvPr id="9" name="age1">
            <a:extLst xmlns:a="http://schemas.openxmlformats.org/drawingml/2006/main">
              <a:ext uri="{FF2B5EF4-FFF2-40B4-BE49-F238E27FC236}">
                <a16:creationId xmlns:a16="http://schemas.microsoft.com/office/drawing/2014/main" id="{5F8BEC11-E581-4CAF-942D-136A6BF5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5245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15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12</a:t>
            </a:r>
          </a:p>
        </p:txBody>
      </p:sp>
      <p:sp>
        <p:nvSpPr>
          <p:cNvPr id="10" name="tier1">
            <a:extLst xmlns:a="http://schemas.openxmlformats.org/drawingml/2006/main">
              <a:ext uri="{FF2B5EF4-FFF2-40B4-BE49-F238E27FC236}">
                <a16:creationId xmlns:a16="http://schemas.microsoft.com/office/drawing/2014/main" id="{DF4182BB-32BE-4053-97C1-62A08511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8483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900" b="1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Premium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6e907ad1ac4de6"/>
          <a:stretch xmlns:a="http://schemas.openxmlformats.org/drawingml/2006/main"/>
        </p:blipFill>
        <p:spPr>
          <a:xfrm xmlns:a="http://schemas.openxmlformats.org/drawingml/2006/main">
            <a:off x="6267450" y="2984105"/>
            <a:ext cx="1809750" cy="2318541"/>
          </a:xfrm>
          <a:prstGeom xmlns:a="http://schemas.openxmlformats.org/drawingml/2006/main" prst="rect">
            <a:avLst/>
          </a:prstGeom>
        </p:spPr>
      </p:pic>
      <p:sp>
        <p:nvSpPr>
          <p:cNvPr id="12" name="age2">
            <a:extLst xmlns:a="http://schemas.openxmlformats.org/drawingml/2006/main">
              <a:ext uri="{FF2B5EF4-FFF2-40B4-BE49-F238E27FC236}">
                <a16:creationId xmlns:a16="http://schemas.microsoft.com/office/drawing/2014/main" id="{0F49FE81-4613-410C-94BF-2348DA95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245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15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18</a:t>
            </a:r>
          </a:p>
        </p:txBody>
      </p:sp>
      <p:sp>
        <p:nvSpPr>
          <p:cNvPr id="13" name="tier2">
            <a:extLst xmlns:a="http://schemas.openxmlformats.org/drawingml/2006/main">
              <a:ext uri="{FF2B5EF4-FFF2-40B4-BE49-F238E27FC236}">
                <a16:creationId xmlns:a16="http://schemas.microsoft.com/office/drawing/2014/main" id="{A60DA52D-75D2-41E4-BB30-D2D7B62A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8483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900" b="1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Súper-premium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56cb048bc447b0"/>
          <a:stretch xmlns:a="http://schemas.openxmlformats.org/drawingml/2006/main"/>
        </p:blipFill>
        <p:spPr>
          <a:xfrm xmlns:a="http://schemas.openxmlformats.org/drawingml/2006/main">
            <a:off x="9029700" y="2984105"/>
            <a:ext cx="1809750" cy="2318541"/>
          </a:xfrm>
          <a:prstGeom xmlns:a="http://schemas.openxmlformats.org/drawingml/2006/main" prst="rect">
            <a:avLst/>
          </a:prstGeom>
        </p:spPr>
      </p:pic>
      <p:sp>
        <p:nvSpPr>
          <p:cNvPr id="15" name="age3">
            <a:extLst xmlns:a="http://schemas.openxmlformats.org/drawingml/2006/main">
              <a:ext uri="{FF2B5EF4-FFF2-40B4-BE49-F238E27FC236}">
                <a16:creationId xmlns:a16="http://schemas.microsoft.com/office/drawing/2014/main" id="{827C8657-0226-4F1F-BE24-A805A8FB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5245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15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21</a:t>
            </a:r>
          </a:p>
        </p:txBody>
      </p:sp>
      <p:sp>
        <p:nvSpPr>
          <p:cNvPr id="16" name="tier3">
            <a:extLst xmlns:a="http://schemas.openxmlformats.org/drawingml/2006/main">
              <a:ext uri="{FF2B5EF4-FFF2-40B4-BE49-F238E27FC236}">
                <a16:creationId xmlns:a16="http://schemas.microsoft.com/office/drawing/2014/main" id="{F7CA07AC-5D60-491D-B9A8-F66C5928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8483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900" b="1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Ultra-premium</a:t>
            </a:r>
          </a:p>
        </p:txBody>
      </p:sp>
      <p:sp>
        <p:nvSpPr>
          <p:cNvPr id="17" name="scale">
            <a:extLst xmlns:a="http://schemas.openxmlformats.org/drawingml/2006/main">
              <a:ext uri="{FF2B5EF4-FFF2-40B4-BE49-F238E27FC236}">
                <a16:creationId xmlns:a16="http://schemas.microsoft.com/office/drawing/2014/main" id="{DF7D6B90-6D25-416D-A892-EE39C1AD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76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865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081551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">
            <a:extLst xmlns:a="http://schemas.openxmlformats.org/drawingml/2006/main">
              <a:ext uri="{FF2B5EF4-FFF2-40B4-BE49-F238E27FC236}">
                <a16:creationId xmlns:a16="http://schemas.microsoft.com/office/drawing/2014/main" id="{B158B324-C35C-4A1D-8A16-48246DBE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RON CARÚPANO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B7C49AF5-FDE0-4291-B3D6-A22A59FD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10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FFC23B-6387-4C90-BE01-E7975807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14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36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Tres razones para creer.</a:t>
            </a:r>
          </a:p>
        </p:txBody>
      </p:sp>
      <p:sp>
        <p:nvSpPr>
          <p:cNvPr id="4" name="num0">
            <a:extLst xmlns:a="http://schemas.openxmlformats.org/drawingml/2006/main">
              <a:ext uri="{FF2B5EF4-FFF2-40B4-BE49-F238E27FC236}">
                <a16:creationId xmlns:a16="http://schemas.microsoft.com/office/drawing/2014/main" id="{429C302B-064E-4A6C-8121-56101CAF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1275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5" name="rule0">
            <a:extLst xmlns:a="http://schemas.openxmlformats.org/drawingml/2006/main">
              <a:ext uri="{FF2B5EF4-FFF2-40B4-BE49-F238E27FC236}">
                <a16:creationId xmlns:a16="http://schemas.microsoft.com/office/drawing/2014/main" id="{463B9540-DD81-462F-AD07-D0E36E76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0">
            <a:extLst xmlns:a="http://schemas.openxmlformats.org/drawingml/2006/main">
              <a:ext uri="{FF2B5EF4-FFF2-40B4-BE49-F238E27FC236}">
                <a16:creationId xmlns:a16="http://schemas.microsoft.com/office/drawing/2014/main" id="{82C0DCCA-7847-4A2B-9ED7-8E2308D6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21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Origen vivo</a:t>
            </a:r>
          </a:p>
        </p:txBody>
      </p:sp>
      <p:sp>
        <p:nvSpPr>
          <p:cNvPr id="7" name="body0">
            <a:extLst xmlns:a="http://schemas.openxmlformats.org/drawingml/2006/main">
              <a:ext uri="{FF2B5EF4-FFF2-40B4-BE49-F238E27FC236}">
                <a16:creationId xmlns:a16="http://schemas.microsoft.com/office/drawing/2014/main" id="{40790AB5-35E5-42F3-8E10-ACB29C9A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Hacienda Altamira y una historia que comenzó en 1762.</a:t>
            </a:r>
          </a:p>
        </p:txBody>
      </p:sp>
      <p:sp>
        <p:nvSpPr>
          <p:cNvPr id="8" name="num1">
            <a:extLst xmlns:a="http://schemas.openxmlformats.org/drawingml/2006/main">
              <a:ext uri="{FF2B5EF4-FFF2-40B4-BE49-F238E27FC236}">
                <a16:creationId xmlns:a16="http://schemas.microsoft.com/office/drawing/2014/main" id="{23FD6903-E02E-49A6-B3DB-FA1C6239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955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1275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9" name="rule1">
            <a:extLst xmlns:a="http://schemas.openxmlformats.org/drawingml/2006/main">
              <a:ext uri="{FF2B5EF4-FFF2-40B4-BE49-F238E27FC236}">
                <a16:creationId xmlns:a16="http://schemas.microsoft.com/office/drawing/2014/main" id="{90A26066-176B-4178-B214-E30E31B5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289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ead1">
            <a:extLst xmlns:a="http://schemas.openxmlformats.org/drawingml/2006/main">
              <a:ext uri="{FF2B5EF4-FFF2-40B4-BE49-F238E27FC236}">
                <a16:creationId xmlns:a16="http://schemas.microsoft.com/office/drawing/2014/main" id="{58AE6CAA-9005-4068-9DAB-1713FD91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337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21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Clima que transforma</a:t>
            </a:r>
          </a:p>
        </p:txBody>
      </p:sp>
      <p:sp>
        <p:nvSpPr>
          <p:cNvPr id="11" name="body1">
            <a:extLst xmlns:a="http://schemas.openxmlformats.org/drawingml/2006/main">
              <a:ext uri="{FF2B5EF4-FFF2-40B4-BE49-F238E27FC236}">
                <a16:creationId xmlns:a16="http://schemas.microsoft.com/office/drawing/2014/main" id="{CDD61977-BA47-467E-8AA2-BB5CC83C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433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Calor y humedad aceleran el diálogo entre ron y madera.</a:t>
            </a:r>
          </a:p>
        </p:txBody>
      </p:sp>
      <p:sp>
        <p:nvSpPr>
          <p:cNvPr id="12" name="num2">
            <a:extLst xmlns:a="http://schemas.openxmlformats.org/drawingml/2006/main">
              <a:ext uri="{FF2B5EF4-FFF2-40B4-BE49-F238E27FC236}">
                <a16:creationId xmlns:a16="http://schemas.microsoft.com/office/drawing/2014/main" id="{50FB39B0-48D2-4CD3-86F0-B30919EE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955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1275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3" name="rule2">
            <a:extLst xmlns:a="http://schemas.openxmlformats.org/drawingml/2006/main">
              <a:ext uri="{FF2B5EF4-FFF2-40B4-BE49-F238E27FC236}">
                <a16:creationId xmlns:a16="http://schemas.microsoft.com/office/drawing/2014/main" id="{237D7C3E-8170-4FDC-881A-E4BB00F4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289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head2">
            <a:extLst xmlns:a="http://schemas.openxmlformats.org/drawingml/2006/main">
              <a:ext uri="{FF2B5EF4-FFF2-40B4-BE49-F238E27FC236}">
                <a16:creationId xmlns:a16="http://schemas.microsoft.com/office/drawing/2014/main" id="{3E45A559-5E5F-4327-BE38-C567B227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337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21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Maestría de mezcla</a:t>
            </a:r>
          </a:p>
        </p:txBody>
      </p:sp>
      <p:sp>
        <p:nvSpPr>
          <p:cNvPr id="15" name="body2">
            <a:extLst xmlns:a="http://schemas.openxmlformats.org/drawingml/2006/main">
              <a:ext uri="{FF2B5EF4-FFF2-40B4-BE49-F238E27FC236}">
                <a16:creationId xmlns:a16="http://schemas.microsoft.com/office/drawing/2014/main" id="{67C93197-7A36-4C8A-A6C4-0D0EC904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433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Selección y criterio convierten complejidad en equilibrio.</a:t>
            </a:r>
          </a:p>
        </p:txBody>
      </p:sp>
    </p:spTree>
    <p:extLst>
      <p:ext uri="{BB962C8B-B14F-4D97-AF65-F5344CB8AC3E}">
        <p14:creationId xmlns:p14="http://schemas.microsoft.com/office/powerpoint/2010/main" val="7519361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EE5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rand">
            <a:extLst xmlns:a="http://schemas.openxmlformats.org/drawingml/2006/main">
              <a:ext uri="{FF2B5EF4-FFF2-40B4-BE49-F238E27FC236}">
                <a16:creationId xmlns:a16="http://schemas.microsoft.com/office/drawing/2014/main" id="{6A39A78C-5857-4A6A-9A79-FE0887AB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RON CARÚPANO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2E6DB58C-5B0C-4C1F-9E70-10D699E3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11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bb1b156ac744e4"/>
          <a:srcRect xmlns:a="http://schemas.openxmlformats.org/drawingml/2006/main" l="0" t="4906" r="0" b="49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895350"/>
            <a:ext cx="3810000" cy="5143500"/>
          </a:xfrm>
          <a:prstGeom xmlns:a="http://schemas.openxmlformats.org/drawingml/2006/main" prst="rect">
            <a:avLst/>
          </a:prstGeom>
        </p:spPr>
      </p:pic>
      <p:sp>
        <p:nvSpPr>
          <p:cNvPr id="4" name="quote">
            <a:extLst xmlns:a="http://schemas.openxmlformats.org/drawingml/2006/main">
              <a:ext uri="{FF2B5EF4-FFF2-40B4-BE49-F238E27FC236}">
                <a16:creationId xmlns:a16="http://schemas.microsoft.com/office/drawing/2014/main" id="{36D12D24-3878-483F-BDEB-7D3B2D0D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466850"/>
            <a:ext cx="5715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75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3375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“La sofisticación se demuestra en el criterio, no en el exceso.”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08CF0993-8C5E-4238-9EB6-AC1564E2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05250"/>
            <a:ext cx="933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8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81AA81AD-D43F-4022-A442-197E50EE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719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975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PRINCIPIO DE COMUNICACIÓN</a:t>
            </a:r>
          </a:p>
        </p:txBody>
      </p:sp>
      <p:sp>
        <p:nvSpPr>
          <p:cNvPr id="7" name="usage">
            <a:extLst xmlns:a="http://schemas.openxmlformats.org/drawingml/2006/main">
              <a:ext uri="{FF2B5EF4-FFF2-40B4-BE49-F238E27FC236}">
                <a16:creationId xmlns:a16="http://schemas.microsoft.com/office/drawing/2014/main" id="{99AA3EF4-E673-4EF5-BFD1-147A4804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387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1350" b="0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Ideal para manifiestos, testimonios y citas que necesitan peso editorial.</a:t>
            </a:r>
          </a:p>
        </p:txBody>
      </p:sp>
    </p:spTree>
    <p:extLst>
      <p:ext uri="{BB962C8B-B14F-4D97-AF65-F5344CB8AC3E}">
        <p14:creationId xmlns:p14="http://schemas.microsoft.com/office/powerpoint/2010/main" val="4763463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A64B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brand">
            <a:extLst xmlns:a="http://schemas.openxmlformats.org/drawingml/2006/main">
              <a:ext uri="{FF2B5EF4-FFF2-40B4-BE49-F238E27FC236}">
                <a16:creationId xmlns:a16="http://schemas.microsoft.com/office/drawing/2014/main" id="{00708A79-22CD-40BB-84C1-947BDC6C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D5B879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D5B879"/>
                </a:solidFill>
                <a:latin typeface="Inter"/>
                <a:ea typeface="Inter"/>
                <a:cs typeface="Inter"/>
              </a:rPr>
              <a:t>RON CARÚPANO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16635376-480A-443A-A69C-3A949C3F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FFFFFF">
                    <a:alpha val="43922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FFFFFF">
                    <a:alpha val="43922"/>
                  </a:srgbClr>
                </a:solidFill>
                <a:latin typeface="Inter"/>
                <a:ea typeface="Inter"/>
                <a:cs typeface="Inter"/>
              </a:rPr>
              <a:t>12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B6F74534-95C4-4B31-8679-0D46F119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D5B879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D5B879"/>
                </a:solidFill>
                <a:latin typeface="Inter"/>
                <a:ea typeface="Inter"/>
                <a:cs typeface="Inter"/>
              </a:rPr>
              <a:t>RESULTADOS / INDICADORES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233AE16-AF49-45CD-A9FE-810BBD1D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647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375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rPr>
              <a:t>Los datos necesitan</a:t>
            </a:r>
          </a:p>
          <a:p xmlns:a="http://schemas.openxmlformats.org/drawingml/2006/main">
            <a:pPr algn="l">
              <a:defRPr sz="375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375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rPr>
              <a:t>una lectura clara.</a:t>
            </a:r>
          </a:p>
        </p:txBody>
      </p:sp>
      <p:sp>
        <p:nvSpPr>
          <p:cNvPr id="5" name="v0">
            <a:extLst xmlns:a="http://schemas.openxmlformats.org/drawingml/2006/main">
              <a:ext uri="{FF2B5EF4-FFF2-40B4-BE49-F238E27FC236}">
                <a16:creationId xmlns:a16="http://schemas.microsoft.com/office/drawing/2014/main" id="{E28D84AC-DB41-4BD2-B8B7-90477E98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525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rPr>
              <a:t>01</a:t>
            </a:r>
          </a:p>
        </p:txBody>
      </p:sp>
      <p:sp>
        <p:nvSpPr>
          <p:cNvPr id="6" name="l0">
            <a:extLst xmlns:a="http://schemas.openxmlformats.org/drawingml/2006/main">
              <a:ext uri="{FF2B5EF4-FFF2-40B4-BE49-F238E27FC236}">
                <a16:creationId xmlns:a16="http://schemas.microsoft.com/office/drawing/2014/main" id="{EF2A1714-4531-4995-B26F-2B698734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3EEE6"/>
                </a:solidFill>
                <a:latin typeface="Inter"/>
                <a:ea typeface="Inter"/>
                <a:cs typeface="Inter"/>
              </a:defRPr>
            </a:pPr>
            <a:r>
              <a:rPr sz="1275" b="1" i="0">
                <a:solidFill>
                  <a:srgbClr val="F3EEE6"/>
                </a:solidFill>
                <a:latin typeface="Inter"/>
                <a:ea typeface="Inter"/>
                <a:cs typeface="Inter"/>
              </a:rPr>
              <a:t>Indicador principal</a:t>
            </a:r>
          </a:p>
        </p:txBody>
      </p:sp>
      <p:sp>
        <p:nvSpPr>
          <p:cNvPr id="7" name="r0">
            <a:extLst xmlns:a="http://schemas.openxmlformats.org/drawingml/2006/main">
              <a:ext uri="{FF2B5EF4-FFF2-40B4-BE49-F238E27FC236}">
                <a16:creationId xmlns:a16="http://schemas.microsoft.com/office/drawing/2014/main" id="{15AFC0B3-6A5F-4D40-9D41-68353DF9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v1">
            <a:extLst xmlns:a="http://schemas.openxmlformats.org/drawingml/2006/main">
              <a:ext uri="{FF2B5EF4-FFF2-40B4-BE49-F238E27FC236}">
                <a16:creationId xmlns:a16="http://schemas.microsoft.com/office/drawing/2014/main" id="{A5AB0A78-5E9E-4DDE-A43F-DF7430DE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195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525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rPr>
              <a:t>02</a:t>
            </a:r>
          </a:p>
        </p:txBody>
      </p:sp>
      <p:sp>
        <p:nvSpPr>
          <p:cNvPr id="9" name="l1">
            <a:extLst xmlns:a="http://schemas.openxmlformats.org/drawingml/2006/main">
              <a:ext uri="{FF2B5EF4-FFF2-40B4-BE49-F238E27FC236}">
                <a16:creationId xmlns:a16="http://schemas.microsoft.com/office/drawing/2014/main" id="{0867E402-F80A-413D-BCDC-F4495799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667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3EEE6"/>
                </a:solidFill>
                <a:latin typeface="Inter"/>
                <a:ea typeface="Inter"/>
                <a:cs typeface="Inter"/>
              </a:defRPr>
            </a:pPr>
            <a:r>
              <a:rPr sz="1275" b="1" i="0">
                <a:solidFill>
                  <a:srgbClr val="F3EEE6"/>
                </a:solidFill>
                <a:latin typeface="Inter"/>
                <a:ea typeface="Inter"/>
                <a:cs typeface="Inter"/>
              </a:rPr>
              <a:t>Indicador de apoyo</a:t>
            </a:r>
          </a:p>
        </p:txBody>
      </p:sp>
      <p:sp>
        <p:nvSpPr>
          <p:cNvPr id="10" name="r1">
            <a:extLst xmlns:a="http://schemas.openxmlformats.org/drawingml/2006/main">
              <a:ext uri="{FF2B5EF4-FFF2-40B4-BE49-F238E27FC236}">
                <a16:creationId xmlns:a16="http://schemas.microsoft.com/office/drawing/2014/main" id="{2EF926F1-011B-40AC-BE6E-D489D2AA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2578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v2">
            <a:extLst xmlns:a="http://schemas.openxmlformats.org/drawingml/2006/main">
              <a:ext uri="{FF2B5EF4-FFF2-40B4-BE49-F238E27FC236}">
                <a16:creationId xmlns:a16="http://schemas.microsoft.com/office/drawing/2014/main" id="{2BCE9394-5CC0-45F7-B7D8-CC81D7F3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195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525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rPr>
              <a:t>03</a:t>
            </a:r>
          </a:p>
        </p:txBody>
      </p:sp>
      <p:sp>
        <p:nvSpPr>
          <p:cNvPr id="12" name="l2">
            <a:extLst xmlns:a="http://schemas.openxmlformats.org/drawingml/2006/main">
              <a:ext uri="{FF2B5EF4-FFF2-40B4-BE49-F238E27FC236}">
                <a16:creationId xmlns:a16="http://schemas.microsoft.com/office/drawing/2014/main" id="{6AD34B1B-9FDD-4D5A-AB83-31E028EA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67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3EEE6"/>
                </a:solidFill>
                <a:latin typeface="Inter"/>
                <a:ea typeface="Inter"/>
                <a:cs typeface="Inter"/>
              </a:defRPr>
            </a:pPr>
            <a:r>
              <a:rPr sz="1275" b="1" i="0">
                <a:solidFill>
                  <a:srgbClr val="F3EEE6"/>
                </a:solidFill>
                <a:latin typeface="Inter"/>
                <a:ea typeface="Inter"/>
                <a:cs typeface="Inter"/>
              </a:rPr>
              <a:t>Señal de avance</a:t>
            </a:r>
          </a:p>
        </p:txBody>
      </p:sp>
      <p:sp>
        <p:nvSpPr>
          <p:cNvPr id="13" name="r2">
            <a:extLst xmlns:a="http://schemas.openxmlformats.org/drawingml/2006/main">
              <a:ext uri="{FF2B5EF4-FFF2-40B4-BE49-F238E27FC236}">
                <a16:creationId xmlns:a16="http://schemas.microsoft.com/office/drawing/2014/main" id="{23B18187-9FC5-4745-A039-F4170AAA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2578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665631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brand">
            <a:extLst xmlns:a="http://schemas.openxmlformats.org/drawingml/2006/main">
              <a:ext uri="{FF2B5EF4-FFF2-40B4-BE49-F238E27FC236}">
                <a16:creationId xmlns:a16="http://schemas.microsoft.com/office/drawing/2014/main" id="{BD603300-318C-4033-850E-BBCDACF1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RON CARÚPANO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BEED356E-DB60-4B78-BCCB-7998DA85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13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BDE049F0-0A3A-4E22-975C-A70EFE97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GRÁFICO EDITABLE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B39B320-759B-4891-9887-C433DFFA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5334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345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La evolución se entiende</a:t>
            </a:r>
          </a:p>
          <a:p xmlns:a="http://schemas.openxmlformats.org/drawingml/2006/main">
            <a:pPr algn="l">
              <a:defRPr sz="345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345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de un vistazo.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2F1E0EA3-72E9-4E09-804C-FCE58839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1350" b="0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Reemplace categorías y valores. Use el dorado para la señal principal y el gris para la referencia.</a:t>
            </a:r>
          </a:p>
        </p:txBody>
      </p:sp>
      <p:sp>
        <p:nvSpPr>
          <p:cNvPr id="6" name="axis">
            <a:extLst xmlns:a="http://schemas.openxmlformats.org/drawingml/2006/main">
              <a:ext uri="{FF2B5EF4-FFF2-40B4-BE49-F238E27FC236}">
                <a16:creationId xmlns:a16="http://schemas.microsoft.com/office/drawing/2014/main" id="{91207B95-6DEF-4983-9F24-35EEA2E6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429250"/>
            <a:ext cx="523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ar-a-0">
            <a:extLst xmlns:a="http://schemas.openxmlformats.org/drawingml/2006/main">
              <a:ext uri="{FF2B5EF4-FFF2-40B4-BE49-F238E27FC236}">
                <a16:creationId xmlns:a16="http://schemas.microsoft.com/office/drawing/2014/main" id="{07A1DBE4-8F67-4A5F-BF30-6C516230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29050"/>
            <a:ext cx="4000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8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ar-b-0">
            <a:extLst xmlns:a="http://schemas.openxmlformats.org/drawingml/2006/main">
              <a:ext uri="{FF2B5EF4-FFF2-40B4-BE49-F238E27FC236}">
                <a16:creationId xmlns:a16="http://schemas.microsoft.com/office/drawing/2014/main" id="{F2E687CA-C52A-4584-BE46-D4F7458D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81450"/>
            <a:ext cx="4000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t-0">
            <a:extLst xmlns:a="http://schemas.openxmlformats.org/drawingml/2006/main">
              <a:ext uri="{FF2B5EF4-FFF2-40B4-BE49-F238E27FC236}">
                <a16:creationId xmlns:a16="http://schemas.microsoft.com/office/drawing/2014/main" id="{B6C9D8EC-2C8A-48BC-B8B2-A5FC004F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816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1050" b="1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T1</a:t>
            </a:r>
          </a:p>
        </p:txBody>
      </p:sp>
      <p:sp>
        <p:nvSpPr>
          <p:cNvPr id="10" name="val-0">
            <a:extLst xmlns:a="http://schemas.openxmlformats.org/drawingml/2006/main">
              <a:ext uri="{FF2B5EF4-FFF2-40B4-BE49-F238E27FC236}">
                <a16:creationId xmlns:a16="http://schemas.microsoft.com/office/drawing/2014/main" id="{8C2181F4-E65E-4B14-819D-26CE59F2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900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42</a:t>
            </a:r>
          </a:p>
        </p:txBody>
      </p:sp>
      <p:sp>
        <p:nvSpPr>
          <p:cNvPr id="11" name="bar-a-1">
            <a:extLst xmlns:a="http://schemas.openxmlformats.org/drawingml/2006/main">
              <a:ext uri="{FF2B5EF4-FFF2-40B4-BE49-F238E27FC236}">
                <a16:creationId xmlns:a16="http://schemas.microsoft.com/office/drawing/2014/main" id="{7A6894DB-0923-4727-927B-D18D8BFE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4000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8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ar-b-1">
            <a:extLst xmlns:a="http://schemas.openxmlformats.org/drawingml/2006/main">
              <a:ext uri="{FF2B5EF4-FFF2-40B4-BE49-F238E27FC236}">
                <a16:creationId xmlns:a16="http://schemas.microsoft.com/office/drawing/2014/main" id="{1BCE0827-3D22-4913-8051-893D04FC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52850"/>
            <a:ext cx="4000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at-1">
            <a:extLst xmlns:a="http://schemas.openxmlformats.org/drawingml/2006/main">
              <a:ext uri="{FF2B5EF4-FFF2-40B4-BE49-F238E27FC236}">
                <a16:creationId xmlns:a16="http://schemas.microsoft.com/office/drawing/2014/main" id="{DA68C60F-F064-415C-ABBE-A627FF4C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816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1050" b="1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T2</a:t>
            </a:r>
          </a:p>
        </p:txBody>
      </p:sp>
      <p:sp>
        <p:nvSpPr>
          <p:cNvPr id="14" name="val-1">
            <a:extLst xmlns:a="http://schemas.openxmlformats.org/drawingml/2006/main">
              <a:ext uri="{FF2B5EF4-FFF2-40B4-BE49-F238E27FC236}">
                <a16:creationId xmlns:a16="http://schemas.microsoft.com/office/drawing/2014/main" id="{49D68293-5478-40FD-AE10-3752B37E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67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900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55</a:t>
            </a:r>
          </a:p>
        </p:txBody>
      </p:sp>
      <p:sp>
        <p:nvSpPr>
          <p:cNvPr id="15" name="bar-a-2">
            <a:extLst xmlns:a="http://schemas.openxmlformats.org/drawingml/2006/main">
              <a:ext uri="{FF2B5EF4-FFF2-40B4-BE49-F238E27FC236}">
                <a16:creationId xmlns:a16="http://schemas.microsoft.com/office/drawing/2014/main" id="{FA16C703-D451-4863-9DC0-B3E9BF28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4650"/>
            <a:ext cx="4000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8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r-b-2">
            <a:extLst xmlns:a="http://schemas.openxmlformats.org/drawingml/2006/main">
              <a:ext uri="{FF2B5EF4-FFF2-40B4-BE49-F238E27FC236}">
                <a16:creationId xmlns:a16="http://schemas.microsoft.com/office/drawing/2014/main" id="{4ECA56AC-8EDD-408C-B5B7-97785607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86150"/>
            <a:ext cx="4000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at-2">
            <a:extLst xmlns:a="http://schemas.openxmlformats.org/drawingml/2006/main">
              <a:ext uri="{FF2B5EF4-FFF2-40B4-BE49-F238E27FC236}">
                <a16:creationId xmlns:a16="http://schemas.microsoft.com/office/drawing/2014/main" id="{1D7CD6E6-0D2B-4B8E-A23E-7C02E75C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5816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1050" b="1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T3</a:t>
            </a:r>
          </a:p>
        </p:txBody>
      </p:sp>
      <p:sp>
        <p:nvSpPr>
          <p:cNvPr id="18" name="val-2">
            <a:extLst xmlns:a="http://schemas.openxmlformats.org/drawingml/2006/main">
              <a:ext uri="{FF2B5EF4-FFF2-40B4-BE49-F238E27FC236}">
                <a16:creationId xmlns:a16="http://schemas.microsoft.com/office/drawing/2014/main" id="{84466510-9E74-4A16-903E-2D81E46D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4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900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66</a:t>
            </a:r>
          </a:p>
        </p:txBody>
      </p:sp>
      <p:sp>
        <p:nvSpPr>
          <p:cNvPr id="19" name="bar-a-3">
            <a:extLst xmlns:a="http://schemas.openxmlformats.org/drawingml/2006/main">
              <a:ext uri="{FF2B5EF4-FFF2-40B4-BE49-F238E27FC236}">
                <a16:creationId xmlns:a16="http://schemas.microsoft.com/office/drawing/2014/main" id="{616C4FEE-CA03-4393-B48A-D7EBFA77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05050"/>
            <a:ext cx="40005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8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ar-b-3">
            <a:extLst xmlns:a="http://schemas.openxmlformats.org/drawingml/2006/main">
              <a:ext uri="{FF2B5EF4-FFF2-40B4-BE49-F238E27FC236}">
                <a16:creationId xmlns:a16="http://schemas.microsoft.com/office/drawing/2014/main" id="{EBB79D88-88D3-4EA5-84EC-E633C651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219450"/>
            <a:ext cx="4000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at-3">
            <a:extLst xmlns:a="http://schemas.openxmlformats.org/drawingml/2006/main">
              <a:ext uri="{FF2B5EF4-FFF2-40B4-BE49-F238E27FC236}">
                <a16:creationId xmlns:a16="http://schemas.microsoft.com/office/drawing/2014/main" id="{7502EC92-33C7-45C5-94DE-31904D78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5816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1050" b="1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T4</a:t>
            </a:r>
          </a:p>
        </p:txBody>
      </p:sp>
      <p:sp>
        <p:nvSpPr>
          <p:cNvPr id="22" name="val-3">
            <a:extLst xmlns:a="http://schemas.openxmlformats.org/drawingml/2006/main">
              <a:ext uri="{FF2B5EF4-FFF2-40B4-BE49-F238E27FC236}">
                <a16:creationId xmlns:a16="http://schemas.microsoft.com/office/drawing/2014/main" id="{A2CC6F29-4442-42CB-9137-DF18DA7D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383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900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82</a:t>
            </a:r>
          </a:p>
        </p:txBody>
      </p:sp>
      <p:sp>
        <p:nvSpPr>
          <p:cNvPr id="23" name="legend-a">
            <a:extLst xmlns:a="http://schemas.openxmlformats.org/drawingml/2006/main">
              <a:ext uri="{FF2B5EF4-FFF2-40B4-BE49-F238E27FC236}">
                <a16:creationId xmlns:a16="http://schemas.microsoft.com/office/drawing/2014/main" id="{9241F250-5BE6-41A1-8430-9FF5E548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430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MARCA</a:t>
            </a:r>
          </a:p>
        </p:txBody>
      </p:sp>
      <p:sp>
        <p:nvSpPr>
          <p:cNvPr id="24" name="legend-b">
            <a:extLst xmlns:a="http://schemas.openxmlformats.org/drawingml/2006/main">
              <a:ext uri="{FF2B5EF4-FFF2-40B4-BE49-F238E27FC236}">
                <a16:creationId xmlns:a16="http://schemas.microsoft.com/office/drawing/2014/main" id="{1CD6A233-0159-4036-8BB8-D3C3D8B3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143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REFERENCIA</a:t>
            </a:r>
          </a:p>
        </p:txBody>
      </p:sp>
    </p:spTree>
    <p:extLst>
      <p:ext uri="{BB962C8B-B14F-4D97-AF65-F5344CB8AC3E}">
        <p14:creationId xmlns:p14="http://schemas.microsoft.com/office/powerpoint/2010/main" val="16883130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rand">
            <a:extLst xmlns:a="http://schemas.openxmlformats.org/drawingml/2006/main">
              <a:ext uri="{FF2B5EF4-FFF2-40B4-BE49-F238E27FC236}">
                <a16:creationId xmlns:a16="http://schemas.microsoft.com/office/drawing/2014/main" id="{D3D5BECD-2F31-472D-9398-A78E4F6E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RON CARÚPANO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A66279BB-AE44-415E-829B-AAAD138A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14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48E72E-A9DA-4F83-AD80-8B966338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571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36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Dos caminos.</a:t>
            </a:r>
          </a:p>
          <a:p xmlns:a="http://schemas.openxmlformats.org/drawingml/2006/main">
            <a:pPr algn="l">
              <a:defRPr sz="36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36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Una decisión.</a:t>
            </a:r>
          </a:p>
        </p:txBody>
      </p:sp>
      <p:sp>
        <p:nvSpPr>
          <p:cNvPr id="4" name="col0">
            <a:extLst xmlns:a="http://schemas.openxmlformats.org/drawingml/2006/main">
              <a:ext uri="{FF2B5EF4-FFF2-40B4-BE49-F238E27FC236}">
                <a16:creationId xmlns:a16="http://schemas.microsoft.com/office/drawing/2014/main" id="{49C60352-D9D4-453D-9D35-5EBBF79F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85775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00C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ab0">
            <a:extLst xmlns:a="http://schemas.openxmlformats.org/drawingml/2006/main">
              <a:ext uri="{FF2B5EF4-FFF2-40B4-BE49-F238E27FC236}">
                <a16:creationId xmlns:a16="http://schemas.microsoft.com/office/drawing/2014/main" id="{90E8EE94-9412-436E-8F99-BA9995A0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38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5B879"/>
                </a:solidFill>
                <a:latin typeface="Inter"/>
                <a:ea typeface="Inter"/>
                <a:cs typeface="Inter"/>
              </a:defRPr>
            </a:pPr>
            <a:r>
              <a:rPr sz="900" b="1" i="0">
                <a:solidFill>
                  <a:srgbClr val="D5B879"/>
                </a:solidFill>
                <a:latin typeface="Inter"/>
                <a:ea typeface="Inter"/>
                <a:cs typeface="Inter"/>
              </a:rPr>
              <a:t>OPCIÓN A</a:t>
            </a:r>
          </a:p>
        </p:txBody>
      </p:sp>
      <p:sp>
        <p:nvSpPr>
          <p:cNvPr id="6" name="head0">
            <a:extLst xmlns:a="http://schemas.openxmlformats.org/drawingml/2006/main">
              <a:ext uri="{FF2B5EF4-FFF2-40B4-BE49-F238E27FC236}">
                <a16:creationId xmlns:a16="http://schemas.microsoft.com/office/drawing/2014/main" id="{C1C3499C-1599-486A-8567-7188DDD1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9090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255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rPr>
              <a:t>Profundizar</a:t>
            </a:r>
          </a:p>
        </p:txBody>
      </p:sp>
      <p:sp>
        <p:nvSpPr>
          <p:cNvPr id="7" name="copy0">
            <a:extLst xmlns:a="http://schemas.openxmlformats.org/drawingml/2006/main">
              <a:ext uri="{FF2B5EF4-FFF2-40B4-BE49-F238E27FC236}">
                <a16:creationId xmlns:a16="http://schemas.microsoft.com/office/drawing/2014/main" id="{1E00B18E-332C-4549-B69F-5041F467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48150"/>
            <a:ext cx="390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>
                    <a:alpha val="65882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350" b="0" i="0">
                <a:solidFill>
                  <a:srgbClr val="FFFFFF">
                    <a:alpha val="65882"/>
                  </a:srgbClr>
                </a:solidFill>
                <a:latin typeface="Inter"/>
                <a:ea typeface="Inter"/>
                <a:cs typeface="Inter"/>
              </a:rPr>
              <a:t>Concentrar inversión en los territorios de mayor autoridad y valor percibido.</a:t>
            </a:r>
          </a:p>
        </p:txBody>
      </p:sp>
      <p:sp>
        <p:nvSpPr>
          <p:cNvPr id="8" name="col1">
            <a:extLst xmlns:a="http://schemas.openxmlformats.org/drawingml/2006/main">
              <a:ext uri="{FF2B5EF4-FFF2-40B4-BE49-F238E27FC236}">
                <a16:creationId xmlns:a16="http://schemas.microsoft.com/office/drawing/2014/main" id="{9C6BCBDD-B77B-483B-A74A-257ED52E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485775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A88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ab1">
            <a:extLst xmlns:a="http://schemas.openxmlformats.org/drawingml/2006/main">
              <a:ext uri="{FF2B5EF4-FFF2-40B4-BE49-F238E27FC236}">
                <a16:creationId xmlns:a16="http://schemas.microsoft.com/office/drawing/2014/main" id="{76A436FC-BE93-4AD9-A993-04218F82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38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00C0A"/>
                </a:solidFill>
                <a:latin typeface="Inter"/>
                <a:ea typeface="Inter"/>
                <a:cs typeface="Inter"/>
              </a:defRPr>
            </a:pPr>
            <a:r>
              <a:rPr sz="900" b="1" i="0">
                <a:solidFill>
                  <a:srgbClr val="100C0A"/>
                </a:solidFill>
                <a:latin typeface="Inter"/>
                <a:ea typeface="Inter"/>
                <a:cs typeface="Inter"/>
              </a:rPr>
              <a:t>OPCIÓN B</a:t>
            </a:r>
          </a:p>
        </p:txBody>
      </p:sp>
      <p:sp>
        <p:nvSpPr>
          <p:cNvPr id="10" name="head1">
            <a:extLst xmlns:a="http://schemas.openxmlformats.org/drawingml/2006/main">
              <a:ext uri="{FF2B5EF4-FFF2-40B4-BE49-F238E27FC236}">
                <a16:creationId xmlns:a16="http://schemas.microsoft.com/office/drawing/2014/main" id="{C76BF6A0-65EF-4BD9-837E-D2AC1DC8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9090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255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Expandir</a:t>
            </a:r>
          </a:p>
        </p:txBody>
      </p:sp>
      <p:sp>
        <p:nvSpPr>
          <p:cNvPr id="11" name="copy1">
            <a:extLst xmlns:a="http://schemas.openxmlformats.org/drawingml/2006/main">
              <a:ext uri="{FF2B5EF4-FFF2-40B4-BE49-F238E27FC236}">
                <a16:creationId xmlns:a16="http://schemas.microsoft.com/office/drawing/2014/main" id="{89A2C670-1063-4D91-A98C-C7462E49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48150"/>
            <a:ext cx="390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0C0A">
                    <a:alpha val="72157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350" b="0" i="0">
                <a:solidFill>
                  <a:srgbClr val="100C0A">
                    <a:alpha val="72157"/>
                  </a:srgbClr>
                </a:solidFill>
                <a:latin typeface="Inter"/>
                <a:ea typeface="Inter"/>
                <a:cs typeface="Inter"/>
              </a:rPr>
              <a:t>Abrir nuevas ocasiones y audiencias manteniendo la coherencia del sistema.</a:t>
            </a:r>
          </a:p>
        </p:txBody>
      </p:sp>
    </p:spTree>
    <p:extLst>
      <p:ext uri="{BB962C8B-B14F-4D97-AF65-F5344CB8AC3E}">
        <p14:creationId xmlns:p14="http://schemas.microsoft.com/office/powerpoint/2010/main" val="15740399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rand">
            <a:extLst xmlns:a="http://schemas.openxmlformats.org/drawingml/2006/main">
              <a:ext uri="{FF2B5EF4-FFF2-40B4-BE49-F238E27FC236}">
                <a16:creationId xmlns:a16="http://schemas.microsoft.com/office/drawing/2014/main" id="{6DF2331D-6DF4-466E-80A0-3A24E8C5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RON CARÚPANO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A6C86C1B-79A5-469A-B731-089F886A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15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D90F05-EC62-4F61-8C12-A06DA6C3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47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36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De la reserva</a:t>
            </a:r>
          </a:p>
          <a:p xmlns:a="http://schemas.openxmlformats.org/drawingml/2006/main">
            <a:pPr algn="l">
              <a:defRPr sz="36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36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a la experiencia.</a:t>
            </a:r>
          </a:p>
        </p:txBody>
      </p:sp>
      <p:sp>
        <p:nvSpPr>
          <p:cNvPr id="4" name="timeline">
            <a:extLst xmlns:a="http://schemas.openxmlformats.org/drawingml/2006/main">
              <a:ext uri="{FF2B5EF4-FFF2-40B4-BE49-F238E27FC236}">
                <a16:creationId xmlns:a16="http://schemas.microsoft.com/office/drawing/2014/main" id="{B8FBE447-43A2-4FD3-80CB-68474D35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86125"/>
            <a:ext cx="981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ot0">
            <a:extLst xmlns:a="http://schemas.openxmlformats.org/drawingml/2006/main">
              <a:ext uri="{FF2B5EF4-FFF2-40B4-BE49-F238E27FC236}">
                <a16:creationId xmlns:a16="http://schemas.microsoft.com/office/drawing/2014/main" id="{396D29B5-DB49-473F-8EE8-5D46BE9B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480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0C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n0">
            <a:extLst xmlns:a="http://schemas.openxmlformats.org/drawingml/2006/main">
              <a:ext uri="{FF2B5EF4-FFF2-40B4-BE49-F238E27FC236}">
                <a16:creationId xmlns:a16="http://schemas.microsoft.com/office/drawing/2014/main" id="{6BF3CB44-8DD4-4BC3-ACC3-35DCB462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48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3EEE6"/>
                </a:solidFill>
                <a:latin typeface="Inter"/>
                <a:ea typeface="Inter"/>
                <a:cs typeface="Inter"/>
              </a:defRPr>
            </a:pPr>
            <a:r>
              <a:rPr sz="975" b="1" i="0">
                <a:solidFill>
                  <a:srgbClr val="F3EEE6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7" name="h0">
            <a:extLst xmlns:a="http://schemas.openxmlformats.org/drawingml/2006/main">
              <a:ext uri="{FF2B5EF4-FFF2-40B4-BE49-F238E27FC236}">
                <a16:creationId xmlns:a16="http://schemas.microsoft.com/office/drawing/2014/main" id="{BC3DE9E6-3085-4F08-8B59-1E525201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00C0A"/>
                </a:solidFill>
                <a:latin typeface="Inter"/>
                <a:ea typeface="Inter"/>
                <a:cs typeface="Inter"/>
              </a:defRPr>
            </a:pPr>
            <a:r>
              <a:rPr sz="1575" b="1" i="0">
                <a:solidFill>
                  <a:srgbClr val="100C0A"/>
                </a:solidFill>
                <a:latin typeface="Inter"/>
                <a:ea typeface="Inter"/>
                <a:cs typeface="Inter"/>
              </a:rPr>
              <a:t>Seleccionar</a:t>
            </a:r>
          </a:p>
        </p:txBody>
      </p:sp>
      <p:sp>
        <p:nvSpPr>
          <p:cNvPr id="8" name="b0">
            <a:extLst xmlns:a="http://schemas.openxmlformats.org/drawingml/2006/main">
              <a:ext uri="{FF2B5EF4-FFF2-40B4-BE49-F238E27FC236}">
                <a16:creationId xmlns:a16="http://schemas.microsoft.com/office/drawing/2014/main" id="{E42719A2-E25A-4164-8956-637D9D28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Una frase explica el momento y su valor.</a:t>
            </a:r>
          </a:p>
        </p:txBody>
      </p:sp>
      <p:sp>
        <p:nvSpPr>
          <p:cNvPr id="9" name="dot1">
            <a:extLst xmlns:a="http://schemas.openxmlformats.org/drawingml/2006/main">
              <a:ext uri="{FF2B5EF4-FFF2-40B4-BE49-F238E27FC236}">
                <a16:creationId xmlns:a16="http://schemas.microsoft.com/office/drawing/2014/main" id="{E19B6C12-CD76-479C-84B5-001697CC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480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0C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n1">
            <a:extLst xmlns:a="http://schemas.openxmlformats.org/drawingml/2006/main">
              <a:ext uri="{FF2B5EF4-FFF2-40B4-BE49-F238E27FC236}">
                <a16:creationId xmlns:a16="http://schemas.microsoft.com/office/drawing/2014/main" id="{403731E1-FB1F-43FE-92E6-175BC0D3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48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3EEE6"/>
                </a:solidFill>
                <a:latin typeface="Inter"/>
                <a:ea typeface="Inter"/>
                <a:cs typeface="Inter"/>
              </a:defRPr>
            </a:pPr>
            <a:r>
              <a:rPr sz="975" b="1" i="0">
                <a:solidFill>
                  <a:srgbClr val="F3EEE6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1" name="h1">
            <a:extLst xmlns:a="http://schemas.openxmlformats.org/drawingml/2006/main">
              <a:ext uri="{FF2B5EF4-FFF2-40B4-BE49-F238E27FC236}">
                <a16:creationId xmlns:a16="http://schemas.microsoft.com/office/drawing/2014/main" id="{2DD15B7B-8E1F-4761-B166-28C982FD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290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00C0A"/>
                </a:solidFill>
                <a:latin typeface="Inter"/>
                <a:ea typeface="Inter"/>
                <a:cs typeface="Inter"/>
              </a:defRPr>
            </a:pPr>
            <a:r>
              <a:rPr sz="1575" b="1" i="0">
                <a:solidFill>
                  <a:srgbClr val="100C0A"/>
                </a:solidFill>
                <a:latin typeface="Inter"/>
                <a:ea typeface="Inter"/>
                <a:cs typeface="Inter"/>
              </a:rPr>
              <a:t>Mezclar</a:t>
            </a:r>
          </a:p>
        </p:txBody>
      </p:sp>
      <p:sp>
        <p:nvSpPr>
          <p:cNvPr id="12" name="b1">
            <a:extLst xmlns:a="http://schemas.openxmlformats.org/drawingml/2006/main">
              <a:ext uri="{FF2B5EF4-FFF2-40B4-BE49-F238E27FC236}">
                <a16:creationId xmlns:a16="http://schemas.microsoft.com/office/drawing/2014/main" id="{3B19112B-D33A-4183-97FB-B71E69CA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5770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Una frase explica el momento y su valor.</a:t>
            </a:r>
          </a:p>
        </p:txBody>
      </p:sp>
      <p:sp>
        <p:nvSpPr>
          <p:cNvPr id="13" name="dot2">
            <a:extLst xmlns:a="http://schemas.openxmlformats.org/drawingml/2006/main">
              <a:ext uri="{FF2B5EF4-FFF2-40B4-BE49-F238E27FC236}">
                <a16:creationId xmlns:a16="http://schemas.microsoft.com/office/drawing/2014/main" id="{F312BE4D-C264-427E-BE90-0C7226ED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480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0C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n2">
            <a:extLst xmlns:a="http://schemas.openxmlformats.org/drawingml/2006/main">
              <a:ext uri="{FF2B5EF4-FFF2-40B4-BE49-F238E27FC236}">
                <a16:creationId xmlns:a16="http://schemas.microsoft.com/office/drawing/2014/main" id="{82E91924-5568-4CAD-BBC4-C7F8D617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48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3EEE6"/>
                </a:solidFill>
                <a:latin typeface="Inter"/>
                <a:ea typeface="Inter"/>
                <a:cs typeface="Inter"/>
              </a:defRPr>
            </a:pPr>
            <a:r>
              <a:rPr sz="975" b="1" i="0">
                <a:solidFill>
                  <a:srgbClr val="F3EEE6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5" name="h2">
            <a:extLst xmlns:a="http://schemas.openxmlformats.org/drawingml/2006/main">
              <a:ext uri="{FF2B5EF4-FFF2-40B4-BE49-F238E27FC236}">
                <a16:creationId xmlns:a16="http://schemas.microsoft.com/office/drawing/2014/main" id="{FE1A1507-0981-419C-B63D-16513D88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290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00C0A"/>
                </a:solidFill>
                <a:latin typeface="Inter"/>
                <a:ea typeface="Inter"/>
                <a:cs typeface="Inter"/>
              </a:defRPr>
            </a:pPr>
            <a:r>
              <a:rPr sz="1575" b="1" i="0">
                <a:solidFill>
                  <a:srgbClr val="100C0A"/>
                </a:solidFill>
                <a:latin typeface="Inter"/>
                <a:ea typeface="Inter"/>
                <a:cs typeface="Inter"/>
              </a:rPr>
              <a:t>Reposar</a:t>
            </a:r>
          </a:p>
        </p:txBody>
      </p:sp>
      <p:sp>
        <p:nvSpPr>
          <p:cNvPr id="16" name="b2">
            <a:extLst xmlns:a="http://schemas.openxmlformats.org/drawingml/2006/main">
              <a:ext uri="{FF2B5EF4-FFF2-40B4-BE49-F238E27FC236}">
                <a16:creationId xmlns:a16="http://schemas.microsoft.com/office/drawing/2014/main" id="{BFB82EB5-3884-4911-B656-948ED516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5770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Una frase explica el momento y su valor.</a:t>
            </a:r>
          </a:p>
        </p:txBody>
      </p:sp>
      <p:sp>
        <p:nvSpPr>
          <p:cNvPr id="17" name="dot3">
            <a:extLst xmlns:a="http://schemas.openxmlformats.org/drawingml/2006/main">
              <a:ext uri="{FF2B5EF4-FFF2-40B4-BE49-F238E27FC236}">
                <a16:creationId xmlns:a16="http://schemas.microsoft.com/office/drawing/2014/main" id="{670A0FC5-7C9F-4811-83D5-BF3B5EE2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480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8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n3">
            <a:extLst xmlns:a="http://schemas.openxmlformats.org/drawingml/2006/main">
              <a:ext uri="{FF2B5EF4-FFF2-40B4-BE49-F238E27FC236}">
                <a16:creationId xmlns:a16="http://schemas.microsoft.com/office/drawing/2014/main" id="{F5159D84-4B53-48EA-82CD-70FF6B60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48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3EEE6"/>
                </a:solidFill>
                <a:latin typeface="Inter"/>
                <a:ea typeface="Inter"/>
                <a:cs typeface="Inter"/>
              </a:defRPr>
            </a:pPr>
            <a:r>
              <a:rPr sz="975" b="1" i="0">
                <a:solidFill>
                  <a:srgbClr val="F3EEE6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19" name="h3">
            <a:extLst xmlns:a="http://schemas.openxmlformats.org/drawingml/2006/main">
              <a:ext uri="{FF2B5EF4-FFF2-40B4-BE49-F238E27FC236}">
                <a16:creationId xmlns:a16="http://schemas.microsoft.com/office/drawing/2014/main" id="{D4AE2C9F-63E0-465E-AD45-94E1076D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290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00C0A"/>
                </a:solidFill>
                <a:latin typeface="Inter"/>
                <a:ea typeface="Inter"/>
                <a:cs typeface="Inter"/>
              </a:defRPr>
            </a:pPr>
            <a:r>
              <a:rPr sz="1575" b="1" i="0">
                <a:solidFill>
                  <a:srgbClr val="100C0A"/>
                </a:solidFill>
                <a:latin typeface="Inter"/>
                <a:ea typeface="Inter"/>
                <a:cs typeface="Inter"/>
              </a:rPr>
              <a:t>Servir</a:t>
            </a:r>
          </a:p>
        </p:txBody>
      </p:sp>
      <p:sp>
        <p:nvSpPr>
          <p:cNvPr id="20" name="b3">
            <a:extLst xmlns:a="http://schemas.openxmlformats.org/drawingml/2006/main">
              <a:ext uri="{FF2B5EF4-FFF2-40B4-BE49-F238E27FC236}">
                <a16:creationId xmlns:a16="http://schemas.microsoft.com/office/drawing/2014/main" id="{2BDFC7B9-9281-44A6-B41B-2CB2CC74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5770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Una frase explica el momento y su valor.</a:t>
            </a:r>
          </a:p>
        </p:txBody>
      </p:sp>
    </p:spTree>
    <p:extLst>
      <p:ext uri="{BB962C8B-B14F-4D97-AF65-F5344CB8AC3E}">
        <p14:creationId xmlns:p14="http://schemas.microsoft.com/office/powerpoint/2010/main" val="82785511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0a3490b05040e0"/>
          <a:srcRect xmlns:a="http://schemas.openxmlformats.org/drawingml/2006/main" l="0" t="31211" r="0" b="312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veil">
            <a:extLst xmlns:a="http://schemas.openxmlformats.org/drawingml/2006/main">
              <a:ext uri="{FF2B5EF4-FFF2-40B4-BE49-F238E27FC236}">
                <a16:creationId xmlns:a16="http://schemas.microsoft.com/office/drawing/2014/main" id="{C560E62C-D74D-4BA0-8A6E-C64AE157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0C0A">
              <a:alpha val="4705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1953BD0F-B14C-4553-B0E3-D511A9C6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D5B879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D5B879"/>
                </a:solidFill>
                <a:latin typeface="Inter"/>
                <a:ea typeface="Inter"/>
                <a:cs typeface="Inter"/>
              </a:rPr>
              <a:t>KEY VISUAL DE OCASIÓN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F94463A-42F1-40E5-99D1-048446F8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85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50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450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rPr>
              <a:t>La noche también</a:t>
            </a:r>
          </a:p>
          <a:p xmlns:a="http://schemas.openxmlformats.org/drawingml/2006/main">
            <a:pPr algn="l">
              <a:defRPr sz="450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450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rPr>
              <a:t>tiene profundidad.</a:t>
            </a:r>
          </a:p>
        </p:txBody>
      </p:sp>
      <p:sp>
        <p:nvSpPr>
          <p:cNvPr id="5" name="signature">
            <a:extLst xmlns:a="http://schemas.openxmlformats.org/drawingml/2006/main">
              <a:ext uri="{FF2B5EF4-FFF2-40B4-BE49-F238E27FC236}">
                <a16:creationId xmlns:a16="http://schemas.microsoft.com/office/drawing/2014/main" id="{8EEEBA85-690F-4393-A82E-97EC4029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5B879"/>
                </a:solidFill>
                <a:latin typeface="Inter"/>
                <a:ea typeface="Inter"/>
                <a:cs typeface="Inter"/>
              </a:defRPr>
            </a:pPr>
            <a:r>
              <a:rPr sz="975" b="1" i="0">
                <a:solidFill>
                  <a:srgbClr val="D5B879"/>
                </a:solidFill>
                <a:latin typeface="Inter"/>
                <a:ea typeface="Inter"/>
                <a:cs typeface="Inter"/>
              </a:rPr>
              <a:t>CARÚPANO 21 · COCTELERÍA DE AUTOR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AD2E133E-51F4-4E98-95D3-4E30C543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865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1707940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00C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brand">
            <a:extLst xmlns:a="http://schemas.openxmlformats.org/drawingml/2006/main">
              <a:ext uri="{FF2B5EF4-FFF2-40B4-BE49-F238E27FC236}">
                <a16:creationId xmlns:a16="http://schemas.microsoft.com/office/drawing/2014/main" id="{3F5E0139-7F6D-4B55-958A-BB01F280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D5B879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D5B879"/>
                </a:solidFill>
                <a:latin typeface="Inter"/>
                <a:ea typeface="Inter"/>
                <a:cs typeface="Inter"/>
              </a:rPr>
              <a:t>RON CARÚPANO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DE36F1B1-A327-47CF-A18D-6F8D3FF0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FFFFFF">
                    <a:alpha val="43922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FFFFFF">
                    <a:alpha val="43922"/>
                  </a:srgbClr>
                </a:solidFill>
                <a:latin typeface="Inter"/>
                <a:ea typeface="Inter"/>
                <a:cs typeface="Inter"/>
              </a:rPr>
              <a:t>17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92A4E868-6205-414B-8232-ED3523B6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D5B879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D5B879"/>
                </a:solidFill>
                <a:latin typeface="Inter"/>
                <a:ea typeface="Inter"/>
                <a:cs typeface="Inter"/>
              </a:rPr>
              <a:t>SISTEMA SOCIAL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CF52A28-EB4F-470C-A6D2-66826042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523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345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rPr>
              <a:t>Una grilla con ritmo,</a:t>
            </a:r>
          </a:p>
          <a:p xmlns:a="http://schemas.openxmlformats.org/drawingml/2006/main">
            <a:pPr algn="l">
              <a:defRPr sz="345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345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rPr>
              <a:t>no piezas aisladas.</a:t>
            </a:r>
          </a:p>
        </p:txBody>
      </p:sp>
      <p:sp>
        <p:nvSpPr>
          <p:cNvPr id="5" name="c0">
            <a:extLst xmlns:a="http://schemas.openxmlformats.org/drawingml/2006/main">
              <a:ext uri="{FF2B5EF4-FFF2-40B4-BE49-F238E27FC236}">
                <a16:creationId xmlns:a16="http://schemas.microsoft.com/office/drawing/2014/main" id="{03839E28-5D0C-4A4A-B542-973F7B01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87630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8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0">
            <a:extLst xmlns:a="http://schemas.openxmlformats.org/drawingml/2006/main">
              <a:ext uri="{FF2B5EF4-FFF2-40B4-BE49-F238E27FC236}">
                <a16:creationId xmlns:a16="http://schemas.microsoft.com/office/drawing/2014/main" id="{73B359B3-2927-4965-9234-EBFF7B6D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047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D5B879"/>
                </a:solidFill>
                <a:latin typeface="Inter"/>
                <a:ea typeface="Inter"/>
                <a:cs typeface="Inter"/>
              </a:defRPr>
            </a:pPr>
            <a:r>
              <a:rPr sz="750" b="1" i="0">
                <a:solidFill>
                  <a:srgbClr val="D5B879"/>
                </a:solidFill>
                <a:latin typeface="Inter"/>
                <a:ea typeface="Inter"/>
                <a:cs typeface="Inter"/>
              </a:rPr>
              <a:t>PRODUCTO</a:t>
            </a:r>
          </a:p>
        </p:txBody>
      </p:sp>
      <p:sp>
        <p:nvSpPr>
          <p:cNvPr id="7" name="h0">
            <a:extLst xmlns:a="http://schemas.openxmlformats.org/drawingml/2006/main">
              <a:ext uri="{FF2B5EF4-FFF2-40B4-BE49-F238E27FC236}">
                <a16:creationId xmlns:a16="http://schemas.microsoft.com/office/drawing/2014/main" id="{9D22510E-14E2-49B8-9520-2B5466D5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90675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165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21 años de</a:t>
            </a:r>
          </a:p>
          <a:p xmlns:a="http://schemas.openxmlformats.org/drawingml/2006/main">
            <a:pPr algn="l">
              <a:defRPr sz="165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165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profundidad.</a:t>
            </a:r>
          </a:p>
        </p:txBody>
      </p:sp>
      <p:sp>
        <p:nvSpPr>
          <p:cNvPr id="8" name="c1">
            <a:extLst xmlns:a="http://schemas.openxmlformats.org/drawingml/2006/main">
              <a:ext uri="{FF2B5EF4-FFF2-40B4-BE49-F238E27FC236}">
                <a16:creationId xmlns:a16="http://schemas.microsoft.com/office/drawing/2014/main" id="{205283B4-0E41-42A8-A9D1-7EDAC9EA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7630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1">
            <a:extLst xmlns:a="http://schemas.openxmlformats.org/drawingml/2006/main">
              <a:ext uri="{FF2B5EF4-FFF2-40B4-BE49-F238E27FC236}">
                <a16:creationId xmlns:a16="http://schemas.microsoft.com/office/drawing/2014/main" id="{A2E3E45A-BF48-4959-A9DD-32686480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047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64B24"/>
                </a:solidFill>
                <a:latin typeface="Inter"/>
                <a:ea typeface="Inter"/>
                <a:cs typeface="Inter"/>
              </a:defRPr>
            </a:pPr>
            <a:r>
              <a:rPr sz="750" b="1" i="0">
                <a:solidFill>
                  <a:srgbClr val="A64B24"/>
                </a:solidFill>
                <a:latin typeface="Inter"/>
                <a:ea typeface="Inter"/>
                <a:cs typeface="Inter"/>
              </a:rPr>
              <a:t>CULTURA</a:t>
            </a:r>
          </a:p>
        </p:txBody>
      </p:sp>
      <p:sp>
        <p:nvSpPr>
          <p:cNvPr id="10" name="h1">
            <a:extLst xmlns:a="http://schemas.openxmlformats.org/drawingml/2006/main">
              <a:ext uri="{FF2B5EF4-FFF2-40B4-BE49-F238E27FC236}">
                <a16:creationId xmlns:a16="http://schemas.microsoft.com/office/drawing/2014/main" id="{6CF127BA-38CA-4892-877F-00E6DB15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590675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165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El clima también</a:t>
            </a:r>
          </a:p>
          <a:p xmlns:a="http://schemas.openxmlformats.org/drawingml/2006/main">
            <a:pPr algn="l">
              <a:defRPr sz="165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165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destila carácter.</a:t>
            </a:r>
          </a:p>
        </p:txBody>
      </p:sp>
      <p:sp>
        <p:nvSpPr>
          <p:cNvPr id="11" name="c2">
            <a:extLst xmlns:a="http://schemas.openxmlformats.org/drawingml/2006/main">
              <a:ext uri="{FF2B5EF4-FFF2-40B4-BE49-F238E27FC236}">
                <a16:creationId xmlns:a16="http://schemas.microsoft.com/office/drawing/2014/main" id="{1A685AB0-B4BF-48BE-8A0A-29C04272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1945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2">
            <a:extLst xmlns:a="http://schemas.openxmlformats.org/drawingml/2006/main">
              <a:ext uri="{FF2B5EF4-FFF2-40B4-BE49-F238E27FC236}">
                <a16:creationId xmlns:a16="http://schemas.microsoft.com/office/drawing/2014/main" id="{7B427520-DBD9-47ED-8C5C-C8C1A699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909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D5B879"/>
                </a:solidFill>
                <a:latin typeface="Inter"/>
                <a:ea typeface="Inter"/>
                <a:cs typeface="Inter"/>
              </a:defRPr>
            </a:pPr>
            <a:r>
              <a:rPr sz="750" b="1" i="0">
                <a:solidFill>
                  <a:srgbClr val="D5B879"/>
                </a:solidFill>
                <a:latin typeface="Inter"/>
                <a:ea typeface="Inter"/>
                <a:cs typeface="Inter"/>
              </a:rPr>
              <a:t>OCASIÓN</a:t>
            </a:r>
          </a:p>
        </p:txBody>
      </p:sp>
      <p:sp>
        <p:nvSpPr>
          <p:cNvPr id="13" name="h2">
            <a:extLst xmlns:a="http://schemas.openxmlformats.org/drawingml/2006/main">
              <a:ext uri="{FF2B5EF4-FFF2-40B4-BE49-F238E27FC236}">
                <a16:creationId xmlns:a16="http://schemas.microsoft.com/office/drawing/2014/main" id="{1B6A6727-B7BB-4E64-AE3D-4D8B18A4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33825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165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rPr>
              <a:t>La noche tiene</a:t>
            </a:r>
          </a:p>
          <a:p xmlns:a="http://schemas.openxmlformats.org/drawingml/2006/main">
            <a:pPr algn="l">
              <a:defRPr sz="165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165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rPr>
              <a:t>otra dimensión.</a:t>
            </a:r>
          </a:p>
        </p:txBody>
      </p:sp>
      <p:sp>
        <p:nvSpPr>
          <p:cNvPr id="14" name="c3">
            <a:extLst xmlns:a="http://schemas.openxmlformats.org/drawingml/2006/main">
              <a:ext uri="{FF2B5EF4-FFF2-40B4-BE49-F238E27FC236}">
                <a16:creationId xmlns:a16="http://schemas.microsoft.com/office/drawing/2014/main" id="{57E735D5-D54C-4187-8C4A-1594DBC8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1945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1B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3">
            <a:extLst xmlns:a="http://schemas.openxmlformats.org/drawingml/2006/main">
              <a:ext uri="{FF2B5EF4-FFF2-40B4-BE49-F238E27FC236}">
                <a16:creationId xmlns:a16="http://schemas.microsoft.com/office/drawing/2014/main" id="{43513543-76AA-4B34-ABBB-4D71E171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909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D5B879"/>
                </a:solidFill>
                <a:latin typeface="Inter"/>
                <a:ea typeface="Inter"/>
                <a:cs typeface="Inter"/>
              </a:defRPr>
            </a:pPr>
            <a:r>
              <a:rPr sz="750" b="1" i="0">
                <a:solidFill>
                  <a:srgbClr val="D5B879"/>
                </a:solidFill>
                <a:latin typeface="Inter"/>
                <a:ea typeface="Inter"/>
                <a:cs typeface="Inter"/>
              </a:rPr>
              <a:t>RITUAL</a:t>
            </a:r>
          </a:p>
        </p:txBody>
      </p:sp>
      <p:sp>
        <p:nvSpPr>
          <p:cNvPr id="16" name="h3">
            <a:extLst xmlns:a="http://schemas.openxmlformats.org/drawingml/2006/main">
              <a:ext uri="{FF2B5EF4-FFF2-40B4-BE49-F238E27FC236}">
                <a16:creationId xmlns:a16="http://schemas.microsoft.com/office/drawing/2014/main" id="{EBFD1BBD-206A-4E65-AD32-E68A208A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33825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165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rPr>
              <a:t>El tiempo</a:t>
            </a:r>
          </a:p>
          <a:p xmlns:a="http://schemas.openxmlformats.org/drawingml/2006/main">
            <a:pPr algn="l">
              <a:defRPr sz="165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165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rPr>
              <a:t>se sirve.</a:t>
            </a:r>
          </a:p>
        </p:txBody>
      </p:sp>
      <p:sp>
        <p:nvSpPr>
          <p:cNvPr id="17" name="body">
            <a:extLst xmlns:a="http://schemas.openxmlformats.org/drawingml/2006/main">
              <a:ext uri="{FF2B5EF4-FFF2-40B4-BE49-F238E27FC236}">
                <a16:creationId xmlns:a16="http://schemas.microsoft.com/office/drawing/2014/main" id="{D9A744B8-D912-4329-8F43-55C83815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>
                    <a:alpha val="62745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425" b="0" i="0">
                <a:solidFill>
                  <a:srgbClr val="FFFFFF">
                    <a:alpha val="62745"/>
                  </a:srgbClr>
                </a:solidFill>
                <a:latin typeface="Inter"/>
                <a:ea typeface="Inter"/>
                <a:cs typeface="Inter"/>
              </a:rPr>
              <a:t>Combine producto, cultura, ocasión y ritual. Mantenga una firma estable y cambie la intensidad visual.</a:t>
            </a:r>
          </a:p>
        </p:txBody>
      </p:sp>
      <p:sp>
        <p:nvSpPr>
          <p:cNvPr id="18" name="ratio">
            <a:extLst xmlns:a="http://schemas.openxmlformats.org/drawingml/2006/main">
              <a:ext uri="{FF2B5EF4-FFF2-40B4-BE49-F238E27FC236}">
                <a16:creationId xmlns:a16="http://schemas.microsoft.com/office/drawing/2014/main" id="{074E6CC5-8322-4616-A991-65885358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5B879"/>
                </a:solidFill>
                <a:latin typeface="Inter"/>
                <a:ea typeface="Inter"/>
                <a:cs typeface="Inter"/>
              </a:defRPr>
            </a:pPr>
            <a:r>
              <a:rPr sz="1050" b="1" i="0">
                <a:solidFill>
                  <a:srgbClr val="D5B879"/>
                </a:solidFill>
                <a:latin typeface="Inter"/>
                <a:ea typeface="Inter"/>
                <a:cs typeface="Inter"/>
              </a:rPr>
              <a:t>40% producto  ·  20% cultura  ·  20% ocasión  ·  20% ritual</a:t>
            </a:r>
          </a:p>
        </p:txBody>
      </p:sp>
    </p:spTree>
    <p:extLst>
      <p:ext uri="{BB962C8B-B14F-4D97-AF65-F5344CB8AC3E}">
        <p14:creationId xmlns:p14="http://schemas.microsoft.com/office/powerpoint/2010/main" val="194977099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brand">
            <a:extLst xmlns:a="http://schemas.openxmlformats.org/drawingml/2006/main">
              <a:ext uri="{FF2B5EF4-FFF2-40B4-BE49-F238E27FC236}">
                <a16:creationId xmlns:a16="http://schemas.microsoft.com/office/drawing/2014/main" id="{B24FB3FC-3910-4020-8C8E-4D2B0975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RON CARÚPANO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8D7E94F8-7D00-4D7C-8D29-79B0D883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18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D4FB62A9-37B1-4CE6-889F-E312582A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PLAN / RESPONSABLES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575362E-AB4A-4A0B-B014-314C942F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345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El siguiente paso debe</a:t>
            </a:r>
          </a:p>
          <a:p xmlns:a="http://schemas.openxmlformats.org/drawingml/2006/main">
            <a:pPr algn="l">
              <a:defRPr sz="345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345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quedar inequívoco.</a:t>
            </a:r>
          </a:p>
        </p:txBody>
      </p:sp>
      <p:sp>
        <p:nvSpPr>
          <p:cNvPr id="5" name="table-head">
            <a:extLst xmlns:a="http://schemas.openxmlformats.org/drawingml/2006/main">
              <a:ext uri="{FF2B5EF4-FFF2-40B4-BE49-F238E27FC236}">
                <a16:creationId xmlns:a16="http://schemas.microsoft.com/office/drawing/2014/main" id="{ED8BF30F-A30A-42A9-8861-95F99A92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0C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ell-0-0">
            <a:extLst xmlns:a="http://schemas.openxmlformats.org/drawingml/2006/main">
              <a:ext uri="{FF2B5EF4-FFF2-40B4-BE49-F238E27FC236}">
                <a16:creationId xmlns:a16="http://schemas.microsoft.com/office/drawing/2014/main" id="{1810075F-81CA-4603-A3E7-88E1D217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448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3EEE6"/>
                </a:solidFill>
                <a:latin typeface="Inter"/>
                <a:ea typeface="Inter"/>
                <a:cs typeface="Inter"/>
              </a:defRPr>
            </a:pPr>
            <a:r>
              <a:rPr sz="900" b="1" i="0">
                <a:solidFill>
                  <a:srgbClr val="F3EEE6"/>
                </a:solidFill>
                <a:latin typeface="Inter"/>
                <a:ea typeface="Inter"/>
                <a:cs typeface="Inter"/>
              </a:rPr>
              <a:t>PRIORIDAD</a:t>
            </a:r>
          </a:p>
        </p:txBody>
      </p:sp>
      <p:sp>
        <p:nvSpPr>
          <p:cNvPr id="7" name="cell-0-1">
            <a:extLst xmlns:a="http://schemas.openxmlformats.org/drawingml/2006/main">
              <a:ext uri="{FF2B5EF4-FFF2-40B4-BE49-F238E27FC236}">
                <a16:creationId xmlns:a16="http://schemas.microsoft.com/office/drawing/2014/main" id="{A329341C-8FFB-405B-8BC4-D259D714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57500"/>
            <a:ext cx="2495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3EEE6"/>
                </a:solidFill>
                <a:latin typeface="Inter"/>
                <a:ea typeface="Inter"/>
                <a:cs typeface="Inter"/>
              </a:defRPr>
            </a:pPr>
            <a:r>
              <a:rPr sz="900" b="1" i="0">
                <a:solidFill>
                  <a:srgbClr val="F3EEE6"/>
                </a:solidFill>
                <a:latin typeface="Inter"/>
                <a:ea typeface="Inter"/>
                <a:cs typeface="Inter"/>
              </a:rPr>
              <a:t>RESPONSABLE</a:t>
            </a:r>
          </a:p>
        </p:txBody>
      </p:sp>
      <p:sp>
        <p:nvSpPr>
          <p:cNvPr id="8" name="cell-0-2">
            <a:extLst xmlns:a="http://schemas.openxmlformats.org/drawingml/2006/main">
              <a:ext uri="{FF2B5EF4-FFF2-40B4-BE49-F238E27FC236}">
                <a16:creationId xmlns:a16="http://schemas.microsoft.com/office/drawing/2014/main" id="{F06C0307-873C-43BF-87E6-8C195E3A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57500"/>
            <a:ext cx="1543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3EEE6"/>
                </a:solidFill>
                <a:latin typeface="Inter"/>
                <a:ea typeface="Inter"/>
                <a:cs typeface="Inter"/>
              </a:defRPr>
            </a:pPr>
            <a:r>
              <a:rPr sz="900" b="1" i="0">
                <a:solidFill>
                  <a:srgbClr val="F3EEE6"/>
                </a:solidFill>
                <a:latin typeface="Inter"/>
                <a:ea typeface="Inter"/>
                <a:cs typeface="Inter"/>
              </a:rPr>
              <a:t>FECHA</a:t>
            </a:r>
          </a:p>
        </p:txBody>
      </p:sp>
      <p:sp>
        <p:nvSpPr>
          <p:cNvPr id="9" name="cell-0-3">
            <a:extLst xmlns:a="http://schemas.openxmlformats.org/drawingml/2006/main">
              <a:ext uri="{FF2B5EF4-FFF2-40B4-BE49-F238E27FC236}">
                <a16:creationId xmlns:a16="http://schemas.microsoft.com/office/drawing/2014/main" id="{758C34C5-3A21-414C-ABEC-1F0E6EFE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57500"/>
            <a:ext cx="2266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3EEE6"/>
                </a:solidFill>
                <a:latin typeface="Inter"/>
                <a:ea typeface="Inter"/>
                <a:cs typeface="Inter"/>
              </a:defRPr>
            </a:pPr>
            <a:r>
              <a:rPr sz="900" b="1" i="0">
                <a:solidFill>
                  <a:srgbClr val="F3EEE6"/>
                </a:solidFill>
                <a:latin typeface="Inter"/>
                <a:ea typeface="Inter"/>
                <a:cs typeface="Inter"/>
              </a:rPr>
              <a:t>ESTADO</a:t>
            </a:r>
          </a:p>
        </p:txBody>
      </p:sp>
      <p:sp>
        <p:nvSpPr>
          <p:cNvPr id="10" name="row-bg-1">
            <a:extLst xmlns:a="http://schemas.openxmlformats.org/drawingml/2006/main">
              <a:ext uri="{FF2B5EF4-FFF2-40B4-BE49-F238E27FC236}">
                <a16:creationId xmlns:a16="http://schemas.microsoft.com/office/drawing/2014/main" id="{8C8EC84D-6D27-40EA-B65F-2AE8D500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0820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ell-1-0">
            <a:extLst xmlns:a="http://schemas.openxmlformats.org/drawingml/2006/main">
              <a:ext uri="{FF2B5EF4-FFF2-40B4-BE49-F238E27FC236}">
                <a16:creationId xmlns:a16="http://schemas.microsoft.com/office/drawing/2014/main" id="{C5D22900-1B4E-4207-BF5D-C4A213A5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3448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0C0A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100C0A"/>
                </a:solidFill>
                <a:latin typeface="Inter"/>
                <a:ea typeface="Inter"/>
                <a:cs typeface="Inter"/>
              </a:rPr>
              <a:t>Definir alcance</a:t>
            </a:r>
          </a:p>
        </p:txBody>
      </p:sp>
      <p:sp>
        <p:nvSpPr>
          <p:cNvPr id="12" name="cell-1-1">
            <a:extLst xmlns:a="http://schemas.openxmlformats.org/drawingml/2006/main">
              <a:ext uri="{FF2B5EF4-FFF2-40B4-BE49-F238E27FC236}">
                <a16:creationId xmlns:a16="http://schemas.microsoft.com/office/drawing/2014/main" id="{B09C156A-D7BF-40D3-8814-F3BE9F6A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76625"/>
            <a:ext cx="2495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0C0A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100C0A"/>
                </a:solidFill>
                <a:latin typeface="Inter"/>
                <a:ea typeface="Inter"/>
                <a:cs typeface="Inter"/>
              </a:rPr>
              <a:t>Nombre / área</a:t>
            </a:r>
          </a:p>
        </p:txBody>
      </p:sp>
      <p:sp>
        <p:nvSpPr>
          <p:cNvPr id="13" name="cell-1-2">
            <a:extLst xmlns:a="http://schemas.openxmlformats.org/drawingml/2006/main">
              <a:ext uri="{FF2B5EF4-FFF2-40B4-BE49-F238E27FC236}">
                <a16:creationId xmlns:a16="http://schemas.microsoft.com/office/drawing/2014/main" id="{E1424AF0-F35B-4104-83C1-FB819BB0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76625"/>
            <a:ext cx="1543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0C0A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100C0A"/>
                </a:solidFill>
                <a:latin typeface="Inter"/>
                <a:ea typeface="Inter"/>
                <a:cs typeface="Inter"/>
              </a:rPr>
              <a:t>00.00.00</a:t>
            </a:r>
          </a:p>
        </p:txBody>
      </p:sp>
      <p:sp>
        <p:nvSpPr>
          <p:cNvPr id="14" name="cell-1-3">
            <a:extLst xmlns:a="http://schemas.openxmlformats.org/drawingml/2006/main">
              <a:ext uri="{FF2B5EF4-FFF2-40B4-BE49-F238E27FC236}">
                <a16:creationId xmlns:a16="http://schemas.microsoft.com/office/drawing/2014/main" id="{E3A4F7DA-6AB3-486E-8F1B-50C1337D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76625"/>
            <a:ext cx="2266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0C0A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100C0A"/>
                </a:solidFill>
                <a:latin typeface="Inter"/>
                <a:ea typeface="Inter"/>
                <a:cs typeface="Inter"/>
              </a:rPr>
              <a:t>Por iniciar</a:t>
            </a:r>
          </a:p>
        </p:txBody>
      </p:sp>
      <p:sp>
        <p:nvSpPr>
          <p:cNvPr id="15" name="row-line-1">
            <a:extLst xmlns:a="http://schemas.openxmlformats.org/drawingml/2006/main">
              <a:ext uri="{FF2B5EF4-FFF2-40B4-BE49-F238E27FC236}">
                <a16:creationId xmlns:a16="http://schemas.microsoft.com/office/drawing/2014/main" id="{0D2E96A0-DB0A-4A16-9563-436B7F28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ow-bg-2">
            <a:extLst xmlns:a="http://schemas.openxmlformats.org/drawingml/2006/main">
              <a:ext uri="{FF2B5EF4-FFF2-40B4-BE49-F238E27FC236}">
                <a16:creationId xmlns:a16="http://schemas.microsoft.com/office/drawing/2014/main" id="{A8A78C96-280C-4A5F-AED7-10AA7FDD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ell-2-0">
            <a:extLst xmlns:a="http://schemas.openxmlformats.org/drawingml/2006/main">
              <a:ext uri="{FF2B5EF4-FFF2-40B4-BE49-F238E27FC236}">
                <a16:creationId xmlns:a16="http://schemas.microsoft.com/office/drawing/2014/main" id="{28555DBA-7EA5-47CD-922E-FBF13D2B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3448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0C0A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100C0A"/>
                </a:solidFill>
                <a:latin typeface="Inter"/>
                <a:ea typeface="Inter"/>
                <a:cs typeface="Inter"/>
              </a:rPr>
              <a:t>Validar propuesta</a:t>
            </a:r>
          </a:p>
        </p:txBody>
      </p:sp>
      <p:sp>
        <p:nvSpPr>
          <p:cNvPr id="18" name="cell-2-1">
            <a:extLst xmlns:a="http://schemas.openxmlformats.org/drawingml/2006/main">
              <a:ext uri="{FF2B5EF4-FFF2-40B4-BE49-F238E27FC236}">
                <a16:creationId xmlns:a16="http://schemas.microsoft.com/office/drawing/2014/main" id="{554B82DB-E10A-428E-8EFF-3C780A32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95750"/>
            <a:ext cx="2495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0C0A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100C0A"/>
                </a:solidFill>
                <a:latin typeface="Inter"/>
                <a:ea typeface="Inter"/>
                <a:cs typeface="Inter"/>
              </a:rPr>
              <a:t>Nombre / área</a:t>
            </a:r>
          </a:p>
        </p:txBody>
      </p:sp>
      <p:sp>
        <p:nvSpPr>
          <p:cNvPr id="19" name="cell-2-2">
            <a:extLst xmlns:a="http://schemas.openxmlformats.org/drawingml/2006/main">
              <a:ext uri="{FF2B5EF4-FFF2-40B4-BE49-F238E27FC236}">
                <a16:creationId xmlns:a16="http://schemas.microsoft.com/office/drawing/2014/main" id="{B6272D42-2D29-486D-B33E-B945243F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095750"/>
            <a:ext cx="1543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0C0A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100C0A"/>
                </a:solidFill>
                <a:latin typeface="Inter"/>
                <a:ea typeface="Inter"/>
                <a:cs typeface="Inter"/>
              </a:rPr>
              <a:t>00.00.00</a:t>
            </a:r>
          </a:p>
        </p:txBody>
      </p:sp>
      <p:sp>
        <p:nvSpPr>
          <p:cNvPr id="20" name="cell-2-3">
            <a:extLst xmlns:a="http://schemas.openxmlformats.org/drawingml/2006/main">
              <a:ext uri="{FF2B5EF4-FFF2-40B4-BE49-F238E27FC236}">
                <a16:creationId xmlns:a16="http://schemas.microsoft.com/office/drawing/2014/main" id="{BB87F4FB-BB2E-43BF-AE1C-42224FDB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95750"/>
            <a:ext cx="2266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0C0A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100C0A"/>
                </a:solidFill>
                <a:latin typeface="Inter"/>
                <a:ea typeface="Inter"/>
                <a:cs typeface="Inter"/>
              </a:rPr>
              <a:t>En curso</a:t>
            </a:r>
          </a:p>
        </p:txBody>
      </p:sp>
      <p:sp>
        <p:nvSpPr>
          <p:cNvPr id="21" name="row-line-2">
            <a:extLst xmlns:a="http://schemas.openxmlformats.org/drawingml/2006/main">
              <a:ext uri="{FF2B5EF4-FFF2-40B4-BE49-F238E27FC236}">
                <a16:creationId xmlns:a16="http://schemas.microsoft.com/office/drawing/2014/main" id="{AF36E034-369F-4D63-AC9C-C61E9C49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ow-bg-3">
            <a:extLst xmlns:a="http://schemas.openxmlformats.org/drawingml/2006/main">
              <a:ext uri="{FF2B5EF4-FFF2-40B4-BE49-F238E27FC236}">
                <a16:creationId xmlns:a16="http://schemas.microsoft.com/office/drawing/2014/main" id="{69EE9FB8-4AAA-4DA7-B4AD-4CBDB403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0820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ell-3-0">
            <a:extLst xmlns:a="http://schemas.openxmlformats.org/drawingml/2006/main">
              <a:ext uri="{FF2B5EF4-FFF2-40B4-BE49-F238E27FC236}">
                <a16:creationId xmlns:a16="http://schemas.microsoft.com/office/drawing/2014/main" id="{5BCB1AD7-E1CB-43A8-918B-C8886438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14875"/>
            <a:ext cx="3448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0C0A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100C0A"/>
                </a:solidFill>
                <a:latin typeface="Inter"/>
                <a:ea typeface="Inter"/>
                <a:cs typeface="Inter"/>
              </a:rPr>
              <a:t>Activar ejecución</a:t>
            </a:r>
          </a:p>
        </p:txBody>
      </p:sp>
      <p:sp>
        <p:nvSpPr>
          <p:cNvPr id="24" name="cell-3-1">
            <a:extLst xmlns:a="http://schemas.openxmlformats.org/drawingml/2006/main">
              <a:ext uri="{FF2B5EF4-FFF2-40B4-BE49-F238E27FC236}">
                <a16:creationId xmlns:a16="http://schemas.microsoft.com/office/drawing/2014/main" id="{746DA56D-3094-4351-83F7-7AE3F8F9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714875"/>
            <a:ext cx="2495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0C0A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100C0A"/>
                </a:solidFill>
                <a:latin typeface="Inter"/>
                <a:ea typeface="Inter"/>
                <a:cs typeface="Inter"/>
              </a:rPr>
              <a:t>Nombre / área</a:t>
            </a:r>
          </a:p>
        </p:txBody>
      </p:sp>
      <p:sp>
        <p:nvSpPr>
          <p:cNvPr id="25" name="cell-3-2">
            <a:extLst xmlns:a="http://schemas.openxmlformats.org/drawingml/2006/main">
              <a:ext uri="{FF2B5EF4-FFF2-40B4-BE49-F238E27FC236}">
                <a16:creationId xmlns:a16="http://schemas.microsoft.com/office/drawing/2014/main" id="{954A4CE1-2015-4964-A11C-6DA3E6E9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714875"/>
            <a:ext cx="1543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0C0A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100C0A"/>
                </a:solidFill>
                <a:latin typeface="Inter"/>
                <a:ea typeface="Inter"/>
                <a:cs typeface="Inter"/>
              </a:rPr>
              <a:t>00.00.00</a:t>
            </a:r>
          </a:p>
        </p:txBody>
      </p:sp>
      <p:sp>
        <p:nvSpPr>
          <p:cNvPr id="26" name="cell-3-3">
            <a:extLst xmlns:a="http://schemas.openxmlformats.org/drawingml/2006/main">
              <a:ext uri="{FF2B5EF4-FFF2-40B4-BE49-F238E27FC236}">
                <a16:creationId xmlns:a16="http://schemas.microsoft.com/office/drawing/2014/main" id="{566C7773-9C5F-4BA1-86B5-B0F66572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714875"/>
            <a:ext cx="2266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0C0A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100C0A"/>
                </a:solidFill>
                <a:latin typeface="Inter"/>
                <a:ea typeface="Inter"/>
                <a:cs typeface="Inter"/>
              </a:rPr>
              <a:t>Próximo</a:t>
            </a:r>
          </a:p>
        </p:txBody>
      </p:sp>
      <p:sp>
        <p:nvSpPr>
          <p:cNvPr id="27" name="row-line-3">
            <a:extLst xmlns:a="http://schemas.openxmlformats.org/drawingml/2006/main">
              <a:ext uri="{FF2B5EF4-FFF2-40B4-BE49-F238E27FC236}">
                <a16:creationId xmlns:a16="http://schemas.microsoft.com/office/drawing/2014/main" id="{3701DC07-8A12-46E3-9F16-1ABA50DE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9146741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3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">
            <a:extLst xmlns:a="http://schemas.openxmlformats.org/drawingml/2006/main">
              <a:ext uri="{FF2B5EF4-FFF2-40B4-BE49-F238E27FC236}">
                <a16:creationId xmlns:a16="http://schemas.microsoft.com/office/drawing/2014/main" id="{CDEE47CB-88BD-49E0-8AFB-85B22646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RON CARÚPANO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4F0D86E3-904B-432E-9CC5-1E3BBC56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19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7A3886-9512-4E0D-91FE-584D3B5B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5715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36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Tres horizontes</a:t>
            </a:r>
          </a:p>
          <a:p xmlns:a="http://schemas.openxmlformats.org/drawingml/2006/main">
            <a:pPr algn="l">
              <a:defRPr sz="36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36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para avanzar.</a:t>
            </a:r>
          </a:p>
        </p:txBody>
      </p:sp>
      <p:sp>
        <p:nvSpPr>
          <p:cNvPr id="4" name="tag0">
            <a:extLst xmlns:a="http://schemas.openxmlformats.org/drawingml/2006/main">
              <a:ext uri="{FF2B5EF4-FFF2-40B4-BE49-F238E27FC236}">
                <a16:creationId xmlns:a16="http://schemas.microsoft.com/office/drawing/2014/main" id="{D13A732F-AC31-498F-AACF-AABE6FB9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900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AHORA</a:t>
            </a:r>
          </a:p>
        </p:txBody>
      </p:sp>
      <p:sp>
        <p:nvSpPr>
          <p:cNvPr id="5" name="head0">
            <a:extLst xmlns:a="http://schemas.openxmlformats.org/drawingml/2006/main">
              <a:ext uri="{FF2B5EF4-FFF2-40B4-BE49-F238E27FC236}">
                <a16:creationId xmlns:a16="http://schemas.microsoft.com/office/drawing/2014/main" id="{C0D51ED6-3AB7-402A-B6D2-1B8B1ADD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76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165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Alinear</a:t>
            </a:r>
          </a:p>
        </p:txBody>
      </p:sp>
      <p:sp>
        <p:nvSpPr>
          <p:cNvPr id="6" name="copy0">
            <a:extLst xmlns:a="http://schemas.openxmlformats.org/drawingml/2006/main">
              <a:ext uri="{FF2B5EF4-FFF2-40B4-BE49-F238E27FC236}">
                <a16:creationId xmlns:a16="http://schemas.microsoft.com/office/drawing/2014/main" id="{933DE455-14AC-4769-9A0D-90C9E840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7650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Decisiones que desbloquean el trabajo.</a:t>
            </a:r>
          </a:p>
        </p:txBody>
      </p:sp>
      <p:sp>
        <p:nvSpPr>
          <p:cNvPr id="7" name="line0">
            <a:extLst xmlns:a="http://schemas.openxmlformats.org/drawingml/2006/main">
              <a:ext uri="{FF2B5EF4-FFF2-40B4-BE49-F238E27FC236}">
                <a16:creationId xmlns:a16="http://schemas.microsoft.com/office/drawing/2014/main" id="{8D13D267-1992-445D-9816-1CE92D15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ag1">
            <a:extLst xmlns:a="http://schemas.openxmlformats.org/drawingml/2006/main">
              <a:ext uri="{FF2B5EF4-FFF2-40B4-BE49-F238E27FC236}">
                <a16:creationId xmlns:a16="http://schemas.microsoft.com/office/drawing/2014/main" id="{7754E2AF-D654-41B0-859A-037EB59D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900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DESPUÉS</a:t>
            </a:r>
          </a:p>
        </p:txBody>
      </p:sp>
      <p:sp>
        <p:nvSpPr>
          <p:cNvPr id="9" name="head1">
            <a:extLst xmlns:a="http://schemas.openxmlformats.org/drawingml/2006/main">
              <a:ext uri="{FF2B5EF4-FFF2-40B4-BE49-F238E27FC236}">
                <a16:creationId xmlns:a16="http://schemas.microsoft.com/office/drawing/2014/main" id="{EFCDABB5-9FC5-4EF1-8277-5AFB63FB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19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165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Activar</a:t>
            </a:r>
          </a:p>
        </p:txBody>
      </p:sp>
      <p:sp>
        <p:nvSpPr>
          <p:cNvPr id="10" name="copy1">
            <a:extLst xmlns:a="http://schemas.openxmlformats.org/drawingml/2006/main">
              <a:ext uri="{FF2B5EF4-FFF2-40B4-BE49-F238E27FC236}">
                <a16:creationId xmlns:a16="http://schemas.microsoft.com/office/drawing/2014/main" id="{913D16A9-B595-45DC-9429-DDA6FA03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1950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Acciones que ponen la estrategia en movimiento.</a:t>
            </a:r>
          </a:p>
        </p:txBody>
      </p:sp>
      <p:sp>
        <p:nvSpPr>
          <p:cNvPr id="11" name="line1">
            <a:extLst xmlns:a="http://schemas.openxmlformats.org/drawingml/2006/main">
              <a:ext uri="{FF2B5EF4-FFF2-40B4-BE49-F238E27FC236}">
                <a16:creationId xmlns:a16="http://schemas.microsoft.com/office/drawing/2014/main" id="{22A4EF83-2005-472D-8617-1D8D8CDF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g2">
            <a:extLst xmlns:a="http://schemas.openxmlformats.org/drawingml/2006/main">
              <a:ext uri="{FF2B5EF4-FFF2-40B4-BE49-F238E27FC236}">
                <a16:creationId xmlns:a16="http://schemas.microsoft.com/office/drawing/2014/main" id="{D6A8726B-8DA6-4E42-B9F4-7A30A625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900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LUEGO</a:t>
            </a:r>
          </a:p>
        </p:txBody>
      </p:sp>
      <p:sp>
        <p:nvSpPr>
          <p:cNvPr id="13" name="head2">
            <a:extLst xmlns:a="http://schemas.openxmlformats.org/drawingml/2006/main">
              <a:ext uri="{FF2B5EF4-FFF2-40B4-BE49-F238E27FC236}">
                <a16:creationId xmlns:a16="http://schemas.microsoft.com/office/drawing/2014/main" id="{A9509A27-62CE-49FC-BC32-2F9B56B6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62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165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Escalar</a:t>
            </a:r>
          </a:p>
        </p:txBody>
      </p:sp>
      <p:sp>
        <p:nvSpPr>
          <p:cNvPr id="14" name="copy2">
            <a:extLst xmlns:a="http://schemas.openxmlformats.org/drawingml/2006/main">
              <a:ext uri="{FF2B5EF4-FFF2-40B4-BE49-F238E27FC236}">
                <a16:creationId xmlns:a16="http://schemas.microsoft.com/office/drawing/2014/main" id="{D1569434-2BE3-4015-98D8-AA9295D8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6250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Capacidades que sostienen el crecimiento.</a:t>
            </a:r>
          </a:p>
        </p:txBody>
      </p:sp>
      <p:sp>
        <p:nvSpPr>
          <p:cNvPr id="15" name="line2">
            <a:extLst xmlns:a="http://schemas.openxmlformats.org/drawingml/2006/main">
              <a:ext uri="{FF2B5EF4-FFF2-40B4-BE49-F238E27FC236}">
                <a16:creationId xmlns:a16="http://schemas.microsoft.com/office/drawing/2014/main" id="{879F0524-227D-4EAB-AEAE-52F5E31D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9790973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rand">
            <a:extLst xmlns:a="http://schemas.openxmlformats.org/drawingml/2006/main">
              <a:ext uri="{FF2B5EF4-FFF2-40B4-BE49-F238E27FC236}">
                <a16:creationId xmlns:a16="http://schemas.microsoft.com/office/drawing/2014/main" id="{654CF98B-2DBB-48B6-B35C-FB8A5B01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RON CARÚPANO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D149376D-04BB-495E-BFA0-347178F4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20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2A934B29-9D2A-4F54-BA76-BF6C5591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SISTEMA TIPOGRÁFICO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821150D-8EB4-4A60-885C-934AF64A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375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Dos voces.</a:t>
            </a:r>
          </a:p>
          <a:p xmlns:a="http://schemas.openxmlformats.org/drawingml/2006/main">
            <a:pPr algn="l">
              <a:defRPr sz="375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375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Un solo carácter.</a:t>
            </a:r>
          </a:p>
        </p:txBody>
      </p:sp>
      <p:sp>
        <p:nvSpPr>
          <p:cNvPr id="5" name="garamond">
            <a:extLst xmlns:a="http://schemas.openxmlformats.org/drawingml/2006/main">
              <a:ext uri="{FF2B5EF4-FFF2-40B4-BE49-F238E27FC236}">
                <a16:creationId xmlns:a16="http://schemas.microsoft.com/office/drawing/2014/main" id="{9BB9918C-930D-43E0-A220-D6CCBA75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Adobe Garamond Pro</a:t>
            </a:r>
          </a:p>
        </p:txBody>
      </p:sp>
      <p:sp>
        <p:nvSpPr>
          <p:cNvPr id="6" name="garamond-sample">
            <a:extLst xmlns:a="http://schemas.openxmlformats.org/drawingml/2006/main">
              <a:ext uri="{FF2B5EF4-FFF2-40B4-BE49-F238E27FC236}">
                <a16:creationId xmlns:a16="http://schemas.microsoft.com/office/drawing/2014/main" id="{1FA665B5-AE3E-47AC-93F7-2DAD3E84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36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El tiempo deja carácter.</a:t>
            </a:r>
          </a:p>
        </p:txBody>
      </p:sp>
      <p:sp>
        <p:nvSpPr>
          <p:cNvPr id="7" name="garamond-use">
            <a:extLst xmlns:a="http://schemas.openxmlformats.org/drawingml/2006/main">
              <a:ext uri="{FF2B5EF4-FFF2-40B4-BE49-F238E27FC236}">
                <a16:creationId xmlns:a16="http://schemas.microsoft.com/office/drawing/2014/main" id="{3C4A3DFF-2145-4B2D-9A48-A1423D36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1050" b="0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Portadas · titulares · citas · campañas</a:t>
            </a:r>
          </a:p>
        </p:txBody>
      </p:sp>
      <p:sp>
        <p:nvSpPr>
          <p:cNvPr id="8" name="divider">
            <a:extLst xmlns:a="http://schemas.openxmlformats.org/drawingml/2006/main">
              <a:ext uri="{FF2B5EF4-FFF2-40B4-BE49-F238E27FC236}">
                <a16:creationId xmlns:a16="http://schemas.microsoft.com/office/drawing/2014/main" id="{365EF083-105E-4A7D-B902-E4561978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123950"/>
            <a:ext cx="190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nter">
            <a:extLst xmlns:a="http://schemas.openxmlformats.org/drawingml/2006/main">
              <a:ext uri="{FF2B5EF4-FFF2-40B4-BE49-F238E27FC236}">
                <a16:creationId xmlns:a16="http://schemas.microsoft.com/office/drawing/2014/main" id="{38A10A06-1EEF-4329-B9B5-15A7DADA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Inter</a:t>
            </a:r>
          </a:p>
        </p:txBody>
      </p:sp>
      <p:sp>
        <p:nvSpPr>
          <p:cNvPr id="10" name="inter-sample">
            <a:extLst xmlns:a="http://schemas.openxmlformats.org/drawingml/2006/main">
              <a:ext uri="{FF2B5EF4-FFF2-40B4-BE49-F238E27FC236}">
                <a16:creationId xmlns:a16="http://schemas.microsoft.com/office/drawing/2014/main" id="{15FB5E15-6005-44EB-89FF-75509049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14650"/>
            <a:ext cx="419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0C0A"/>
                </a:solidFill>
                <a:latin typeface="Inter"/>
                <a:ea typeface="Inter"/>
                <a:cs typeface="Inter"/>
              </a:defRPr>
            </a:pPr>
            <a:r>
              <a:rPr sz="2550" b="1" i="0">
                <a:solidFill>
                  <a:srgbClr val="100C0A"/>
                </a:solidFill>
                <a:latin typeface="Inter"/>
                <a:ea typeface="Inter"/>
                <a:cs typeface="Inter"/>
              </a:rPr>
              <a:t>Claridad en cada punto de contacto.</a:t>
            </a:r>
          </a:p>
        </p:txBody>
      </p:sp>
      <p:sp>
        <p:nvSpPr>
          <p:cNvPr id="11" name="inter-use">
            <a:extLst xmlns:a="http://schemas.openxmlformats.org/drawingml/2006/main">
              <a:ext uri="{FF2B5EF4-FFF2-40B4-BE49-F238E27FC236}">
                <a16:creationId xmlns:a16="http://schemas.microsoft.com/office/drawing/2014/main" id="{E221C92F-C997-43E3-AD0F-5481EC71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1050" b="0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Cuerpo · navegación · tablas · datos · documentos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D4428E5A-12D7-4E92-ABF7-E03A861A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5300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64B24"/>
                </a:solidFill>
                <a:latin typeface="Inter"/>
                <a:ea typeface="Inter"/>
                <a:cs typeface="Inter"/>
              </a:defRPr>
            </a:pPr>
            <a:r>
              <a:rPr sz="1125" b="1" i="0">
                <a:solidFill>
                  <a:srgbClr val="A64B24"/>
                </a:solidFill>
                <a:latin typeface="Inter"/>
                <a:ea typeface="Inter"/>
                <a:cs typeface="Inter"/>
              </a:rPr>
              <a:t>No sustituir por Calibri. No mezclar familias adicionales.</a:t>
            </a:r>
          </a:p>
        </p:txBody>
      </p:sp>
    </p:spTree>
    <p:extLst>
      <p:ext uri="{BB962C8B-B14F-4D97-AF65-F5344CB8AC3E}">
        <p14:creationId xmlns:p14="http://schemas.microsoft.com/office/powerpoint/2010/main" val="62092627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00C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rand">
            <a:extLst xmlns:a="http://schemas.openxmlformats.org/drawingml/2006/main">
              <a:ext uri="{FF2B5EF4-FFF2-40B4-BE49-F238E27FC236}">
                <a16:creationId xmlns:a16="http://schemas.microsoft.com/office/drawing/2014/main" id="{2EC254F8-8D1B-4B8E-85D1-DBDABD01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D5B879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D5B879"/>
                </a:solidFill>
                <a:latin typeface="Inter"/>
                <a:ea typeface="Inter"/>
                <a:cs typeface="Inter"/>
              </a:rPr>
              <a:t>RON CARÚPANO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F2E01F5A-56BF-4DC6-A4BB-EA386C11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FFFFFF">
                    <a:alpha val="43922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FFFFFF">
                    <a:alpha val="43922"/>
                  </a:srgbClr>
                </a:solidFill>
                <a:latin typeface="Inter"/>
                <a:ea typeface="Inter"/>
                <a:cs typeface="Inter"/>
              </a:rPr>
              <a:t>21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885EABC5-C33F-420C-AEE9-DE1C235B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D5B879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D5B879"/>
                </a:solidFill>
                <a:latin typeface="Inter"/>
                <a:ea typeface="Inter"/>
                <a:cs typeface="Inter"/>
              </a:rPr>
              <a:t>DIRECCIÓN DE ARTE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B05BCBB-92B1-466D-B387-76B0EC47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360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rPr>
              <a:t>La imagen debe revelar</a:t>
            </a:r>
          </a:p>
          <a:p xmlns:a="http://schemas.openxmlformats.org/drawingml/2006/main">
            <a:pPr algn="l">
              <a:defRPr sz="360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360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rPr>
              <a:t>una verdad de producto.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d0de6e3e1b4b41"/>
          <a:srcRect xmlns:a="http://schemas.openxmlformats.org/drawingml/2006/main" l="0" t="20113" r="0" b="201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781300"/>
            <a:ext cx="3619500" cy="32385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aa25e99f4a4e79"/>
          <a:srcRect xmlns:a="http://schemas.openxmlformats.org/drawingml/2006/main" l="0" t="12144" r="0" b="121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6750" y="2781300"/>
            <a:ext cx="2857500" cy="32385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5975c0dd704a4d"/>
          <a:srcRect xmlns:a="http://schemas.openxmlformats.org/drawingml/2006/main" l="0" t="10731" r="0" b="107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05700" y="1428750"/>
            <a:ext cx="3905250" cy="4591050"/>
          </a:xfrm>
          <a:prstGeom xmlns:a="http://schemas.openxmlformats.org/drawingml/2006/main" prst="rect">
            <a:avLst/>
          </a:prstGeom>
        </p:spPr>
      </p:pic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3A488F33-C3B5-4ED6-B1DA-C8923CFB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1531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5B879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D5B879"/>
                </a:solidFill>
                <a:latin typeface="Inter"/>
                <a:ea typeface="Inter"/>
                <a:cs typeface="Inter"/>
              </a:rPr>
              <a:t>ORIGEN · PRODUCTO · RITUAL</a:t>
            </a:r>
          </a:p>
        </p:txBody>
      </p:sp>
    </p:spTree>
    <p:extLst>
      <p:ext uri="{BB962C8B-B14F-4D97-AF65-F5344CB8AC3E}">
        <p14:creationId xmlns:p14="http://schemas.microsoft.com/office/powerpoint/2010/main" val="160660645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3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rand">
            <a:extLst xmlns:a="http://schemas.openxmlformats.org/drawingml/2006/main">
              <a:ext uri="{FF2B5EF4-FFF2-40B4-BE49-F238E27FC236}">
                <a16:creationId xmlns:a16="http://schemas.microsoft.com/office/drawing/2014/main" id="{C902735F-A45E-46B4-9A1D-2F1A21BF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RON CARÚPANO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7C977CA3-1069-49DC-897D-6DF6094A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22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EF8119A3-B350-4654-9A7F-B1AC53FB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AGENDA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04321A2-9996-4AD1-A904-DAAA85C1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571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36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Lo que necesitamos</a:t>
            </a:r>
          </a:p>
          <a:p xmlns:a="http://schemas.openxmlformats.org/drawingml/2006/main">
            <a:pPr algn="l">
              <a:defRPr sz="36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36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resolver hoy.</a:t>
            </a:r>
          </a:p>
        </p:txBody>
      </p:sp>
      <p:sp>
        <p:nvSpPr>
          <p:cNvPr id="5" name="a-n-0">
            <a:extLst xmlns:a="http://schemas.openxmlformats.org/drawingml/2006/main">
              <a:ext uri="{FF2B5EF4-FFF2-40B4-BE49-F238E27FC236}">
                <a16:creationId xmlns:a16="http://schemas.microsoft.com/office/drawing/2014/main" id="{1813E1D0-CDC6-4D09-90C9-A8B71515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6" name="a-h-0">
            <a:extLst xmlns:a="http://schemas.openxmlformats.org/drawingml/2006/main">
              <a:ext uri="{FF2B5EF4-FFF2-40B4-BE49-F238E27FC236}">
                <a16:creationId xmlns:a16="http://schemas.microsoft.com/office/drawing/2014/main" id="{28628058-E56A-4774-A301-CB759AAB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670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18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Contexto</a:t>
            </a:r>
          </a:p>
        </p:txBody>
      </p:sp>
      <p:sp>
        <p:nvSpPr>
          <p:cNvPr id="7" name="a-b-0">
            <a:extLst xmlns:a="http://schemas.openxmlformats.org/drawingml/2006/main">
              <a:ext uri="{FF2B5EF4-FFF2-40B4-BE49-F238E27FC236}">
                <a16:creationId xmlns:a16="http://schemas.microsoft.com/office/drawing/2014/main" id="{F441C718-FC05-4DD3-9A4E-6037B629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670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Qué cambió y por qué importa</a:t>
            </a:r>
          </a:p>
        </p:txBody>
      </p:sp>
      <p:sp>
        <p:nvSpPr>
          <p:cNvPr id="8" name="a-l-0">
            <a:extLst xmlns:a="http://schemas.openxmlformats.org/drawingml/2006/main">
              <a:ext uri="{FF2B5EF4-FFF2-40B4-BE49-F238E27FC236}">
                <a16:creationId xmlns:a16="http://schemas.microsoft.com/office/drawing/2014/main" id="{E7862CFE-11E0-4011-80B4-3F0A8D65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-n-1">
            <a:extLst xmlns:a="http://schemas.openxmlformats.org/drawingml/2006/main">
              <a:ext uri="{FF2B5EF4-FFF2-40B4-BE49-F238E27FC236}">
                <a16:creationId xmlns:a16="http://schemas.microsoft.com/office/drawing/2014/main" id="{9EF86B22-C204-4B94-8364-B2F95C6F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0" name="a-h-1">
            <a:extLst xmlns:a="http://schemas.openxmlformats.org/drawingml/2006/main">
              <a:ext uri="{FF2B5EF4-FFF2-40B4-BE49-F238E27FC236}">
                <a16:creationId xmlns:a16="http://schemas.microsoft.com/office/drawing/2014/main" id="{1AC6DC72-B128-4F8C-A32F-4EDE7EFD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671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18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Decisión</a:t>
            </a:r>
          </a:p>
        </p:txBody>
      </p:sp>
      <p:sp>
        <p:nvSpPr>
          <p:cNvPr id="11" name="a-b-1">
            <a:extLst xmlns:a="http://schemas.openxmlformats.org/drawingml/2006/main">
              <a:ext uri="{FF2B5EF4-FFF2-40B4-BE49-F238E27FC236}">
                <a16:creationId xmlns:a16="http://schemas.microsoft.com/office/drawing/2014/main" id="{A41C0B7A-EF09-4D02-86C3-9A17729B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67125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Qué debemos elegir o aprobar</a:t>
            </a:r>
          </a:p>
        </p:txBody>
      </p:sp>
      <p:sp>
        <p:nvSpPr>
          <p:cNvPr id="12" name="a-l-1">
            <a:extLst xmlns:a="http://schemas.openxmlformats.org/drawingml/2006/main">
              <a:ext uri="{FF2B5EF4-FFF2-40B4-BE49-F238E27FC236}">
                <a16:creationId xmlns:a16="http://schemas.microsoft.com/office/drawing/2014/main" id="{C9AF1F87-5160-4358-AFDC-858F106E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-n-2">
            <a:extLst xmlns:a="http://schemas.openxmlformats.org/drawingml/2006/main">
              <a:ext uri="{FF2B5EF4-FFF2-40B4-BE49-F238E27FC236}">
                <a16:creationId xmlns:a16="http://schemas.microsoft.com/office/drawing/2014/main" id="{85EFB6DB-2F58-434F-B89B-1D70849B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4" name="a-h-2">
            <a:extLst xmlns:a="http://schemas.openxmlformats.org/drawingml/2006/main">
              <a:ext uri="{FF2B5EF4-FFF2-40B4-BE49-F238E27FC236}">
                <a16:creationId xmlns:a16="http://schemas.microsoft.com/office/drawing/2014/main" id="{14821A81-D4A8-4F2B-9E62-792DABDD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18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Activación</a:t>
            </a:r>
          </a:p>
        </p:txBody>
      </p:sp>
      <p:sp>
        <p:nvSpPr>
          <p:cNvPr id="15" name="a-b-2">
            <a:extLst xmlns:a="http://schemas.openxmlformats.org/drawingml/2006/main">
              <a:ext uri="{FF2B5EF4-FFF2-40B4-BE49-F238E27FC236}">
                <a16:creationId xmlns:a16="http://schemas.microsoft.com/office/drawing/2014/main" id="{548A5FC4-6B92-45EB-A7E9-E01C567B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672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Quién hace qué y cuándo</a:t>
            </a:r>
          </a:p>
        </p:txBody>
      </p:sp>
      <p:sp>
        <p:nvSpPr>
          <p:cNvPr id="16" name="a-l-2">
            <a:extLst xmlns:a="http://schemas.openxmlformats.org/drawingml/2006/main">
              <a:ext uri="{FF2B5EF4-FFF2-40B4-BE49-F238E27FC236}">
                <a16:creationId xmlns:a16="http://schemas.microsoft.com/office/drawing/2014/main" id="{704D0BB3-9601-47B7-9092-39AECD35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3201687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rand">
            <a:extLst xmlns:a="http://schemas.openxmlformats.org/drawingml/2006/main">
              <a:ext uri="{FF2B5EF4-FFF2-40B4-BE49-F238E27FC236}">
                <a16:creationId xmlns:a16="http://schemas.microsoft.com/office/drawing/2014/main" id="{DAAAD9D3-6DA5-4A06-B10A-E998ADF1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RON CARÚPANO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F05438F3-88EC-4DAC-A91E-40EA201C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23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ED9B81DF-4371-4839-8303-390185B2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EQUIPO / GOBERNANZA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30B25AB-48ED-4C72-8CCC-649CA6D2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695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36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Una marca consistente</a:t>
            </a:r>
          </a:p>
          <a:p xmlns:a="http://schemas.openxmlformats.org/drawingml/2006/main">
            <a:pPr algn="l">
              <a:defRPr sz="36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36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necesita propietarios claros.</a:t>
            </a:r>
          </a:p>
        </p:txBody>
      </p:sp>
      <p:sp>
        <p:nvSpPr>
          <p:cNvPr id="5" name="role-0">
            <a:extLst xmlns:a="http://schemas.openxmlformats.org/drawingml/2006/main">
              <a:ext uri="{FF2B5EF4-FFF2-40B4-BE49-F238E27FC236}">
                <a16:creationId xmlns:a16="http://schemas.microsoft.com/office/drawing/2014/main" id="{F9713E5B-9497-4D12-AB61-E5DC862F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0C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ole-tag-0">
            <a:extLst xmlns:a="http://schemas.openxmlformats.org/drawingml/2006/main">
              <a:ext uri="{FF2B5EF4-FFF2-40B4-BE49-F238E27FC236}">
                <a16:creationId xmlns:a16="http://schemas.microsoft.com/office/drawing/2014/main" id="{95A8C192-1841-4705-98E1-4F709686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D5B879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D5B879"/>
                </a:solidFill>
                <a:latin typeface="Inter"/>
                <a:ea typeface="Inter"/>
                <a:cs typeface="Inter"/>
              </a:rPr>
              <a:t>DIRECCIÓN</a:t>
            </a:r>
          </a:p>
        </p:txBody>
      </p:sp>
      <p:sp>
        <p:nvSpPr>
          <p:cNvPr id="7" name="role-name-0">
            <a:extLst xmlns:a="http://schemas.openxmlformats.org/drawingml/2006/main">
              <a:ext uri="{FF2B5EF4-FFF2-40B4-BE49-F238E27FC236}">
                <a16:creationId xmlns:a16="http://schemas.microsoft.com/office/drawing/2014/main" id="{59AD8753-D1E8-4951-BA66-00471A0A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180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rPr>
              <a:t>Nombre / rol</a:t>
            </a:r>
          </a:p>
        </p:txBody>
      </p:sp>
      <p:sp>
        <p:nvSpPr>
          <p:cNvPr id="8" name="role-job-0">
            <a:extLst xmlns:a="http://schemas.openxmlformats.org/drawingml/2006/main">
              <a:ext uri="{FF2B5EF4-FFF2-40B4-BE49-F238E27FC236}">
                <a16:creationId xmlns:a16="http://schemas.microsoft.com/office/drawing/2014/main" id="{A36B4A3D-F54C-4DC9-ABC7-40E5564F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FFFFF">
                    <a:alpha val="6000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25" b="0" i="0">
                <a:solidFill>
                  <a:srgbClr val="FFFFFF">
                    <a:alpha val="60000"/>
                  </a:srgbClr>
                </a:solidFill>
                <a:latin typeface="Inter"/>
                <a:ea typeface="Inter"/>
                <a:cs typeface="Inter"/>
              </a:rPr>
              <a:t>Define la decisión</a:t>
            </a:r>
          </a:p>
        </p:txBody>
      </p:sp>
      <p:sp>
        <p:nvSpPr>
          <p:cNvPr id="9" name="role-1">
            <a:extLst xmlns:a="http://schemas.openxmlformats.org/drawingml/2006/main">
              <a:ext uri="{FF2B5EF4-FFF2-40B4-BE49-F238E27FC236}">
                <a16:creationId xmlns:a16="http://schemas.microsoft.com/office/drawing/2014/main" id="{6D3EA23C-4744-4F8C-B6ED-5A8CA213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5750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ole-tag-1">
            <a:extLst xmlns:a="http://schemas.openxmlformats.org/drawingml/2006/main">
              <a:ext uri="{FF2B5EF4-FFF2-40B4-BE49-F238E27FC236}">
                <a16:creationId xmlns:a16="http://schemas.microsoft.com/office/drawing/2014/main" id="{ED144154-3D5F-4682-8405-2DDCBBC9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861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D5B879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D5B879"/>
                </a:solidFill>
                <a:latin typeface="Inter"/>
                <a:ea typeface="Inter"/>
                <a:cs typeface="Inter"/>
              </a:rPr>
              <a:t>MARCA</a:t>
            </a:r>
          </a:p>
        </p:txBody>
      </p:sp>
      <p:sp>
        <p:nvSpPr>
          <p:cNvPr id="11" name="role-name-1">
            <a:extLst xmlns:a="http://schemas.openxmlformats.org/drawingml/2006/main">
              <a:ext uri="{FF2B5EF4-FFF2-40B4-BE49-F238E27FC236}">
                <a16:creationId xmlns:a16="http://schemas.microsoft.com/office/drawing/2014/main" id="{AC53F036-71C6-477A-8130-A7E0B6C6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385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180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rPr>
              <a:t>Nombre / rol</a:t>
            </a:r>
          </a:p>
        </p:txBody>
      </p:sp>
      <p:sp>
        <p:nvSpPr>
          <p:cNvPr id="12" name="role-job-1">
            <a:extLst xmlns:a="http://schemas.openxmlformats.org/drawingml/2006/main">
              <a:ext uri="{FF2B5EF4-FFF2-40B4-BE49-F238E27FC236}">
                <a16:creationId xmlns:a16="http://schemas.microsoft.com/office/drawing/2014/main" id="{8BBFBCAB-ACBE-4040-9810-CBC8A416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4005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FFFFF">
                    <a:alpha val="6000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25" b="0" i="0">
                <a:solidFill>
                  <a:srgbClr val="FFFFFF">
                    <a:alpha val="60000"/>
                  </a:srgbClr>
                </a:solidFill>
                <a:latin typeface="Inter"/>
                <a:ea typeface="Inter"/>
                <a:cs typeface="Inter"/>
              </a:rPr>
              <a:t>Protege el sistema</a:t>
            </a:r>
          </a:p>
        </p:txBody>
      </p:sp>
      <p:sp>
        <p:nvSpPr>
          <p:cNvPr id="13" name="role-2">
            <a:extLst xmlns:a="http://schemas.openxmlformats.org/drawingml/2006/main">
              <a:ext uri="{FF2B5EF4-FFF2-40B4-BE49-F238E27FC236}">
                <a16:creationId xmlns:a16="http://schemas.microsoft.com/office/drawing/2014/main" id="{8DE16B6D-3150-4E03-9D5C-790D64EA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5750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6"/>
          </a:solidFill>
          <a:ln xmlns:a="http://schemas.openxmlformats.org/drawingml/2006/main" w="9525">
            <a:solidFill>
              <a:srgbClr val="D8CEC3"/>
            </a:solidFill>
            <a:prstDash val="solid"/>
          </a:ln>
        </p:spPr>
      </p:sp>
      <p:sp>
        <p:nvSpPr>
          <p:cNvPr id="14" name="role-tag-2">
            <a:extLst xmlns:a="http://schemas.openxmlformats.org/drawingml/2006/main">
              <a:ext uri="{FF2B5EF4-FFF2-40B4-BE49-F238E27FC236}">
                <a16:creationId xmlns:a16="http://schemas.microsoft.com/office/drawing/2014/main" id="{C9E68496-EA1B-423B-91EC-85D85C74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861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EJECUCIÓN</a:t>
            </a:r>
          </a:p>
        </p:txBody>
      </p:sp>
      <p:sp>
        <p:nvSpPr>
          <p:cNvPr id="15" name="role-name-2">
            <a:extLst xmlns:a="http://schemas.openxmlformats.org/drawingml/2006/main">
              <a:ext uri="{FF2B5EF4-FFF2-40B4-BE49-F238E27FC236}">
                <a16:creationId xmlns:a16="http://schemas.microsoft.com/office/drawing/2014/main" id="{44E8D484-5DC5-435F-B1F3-D29E11E0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385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18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Nombre / rol</a:t>
            </a:r>
          </a:p>
        </p:txBody>
      </p:sp>
      <p:sp>
        <p:nvSpPr>
          <p:cNvPr id="16" name="role-job-2">
            <a:extLst xmlns:a="http://schemas.openxmlformats.org/drawingml/2006/main">
              <a:ext uri="{FF2B5EF4-FFF2-40B4-BE49-F238E27FC236}">
                <a16:creationId xmlns:a16="http://schemas.microsoft.com/office/drawing/2014/main" id="{FEEA3E24-1BC3-4173-B656-ADFC36EC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005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1125" b="0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Convierte en entregables</a:t>
            </a:r>
          </a:p>
        </p:txBody>
      </p:sp>
      <p:sp>
        <p:nvSpPr>
          <p:cNvPr id="17" name="role-3">
            <a:extLst xmlns:a="http://schemas.openxmlformats.org/drawingml/2006/main">
              <a:ext uri="{FF2B5EF4-FFF2-40B4-BE49-F238E27FC236}">
                <a16:creationId xmlns:a16="http://schemas.microsoft.com/office/drawing/2014/main" id="{07906759-B8E4-409A-B8F0-D91B3051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5750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6"/>
          </a:solidFill>
          <a:ln xmlns:a="http://schemas.openxmlformats.org/drawingml/2006/main" w="9525">
            <a:solidFill>
              <a:srgbClr val="D8CEC3"/>
            </a:solidFill>
            <a:prstDash val="solid"/>
          </a:ln>
        </p:spPr>
      </p:sp>
      <p:sp>
        <p:nvSpPr>
          <p:cNvPr id="18" name="role-tag-3">
            <a:extLst xmlns:a="http://schemas.openxmlformats.org/drawingml/2006/main">
              <a:ext uri="{FF2B5EF4-FFF2-40B4-BE49-F238E27FC236}">
                <a16:creationId xmlns:a16="http://schemas.microsoft.com/office/drawing/2014/main" id="{07F3ABC3-1133-456B-B036-742BD158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861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88650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A88650"/>
                </a:solidFill>
                <a:latin typeface="Inter"/>
                <a:ea typeface="Inter"/>
                <a:cs typeface="Inter"/>
              </a:rPr>
              <a:t>MEDICIÓN</a:t>
            </a:r>
          </a:p>
        </p:txBody>
      </p:sp>
      <p:sp>
        <p:nvSpPr>
          <p:cNvPr id="19" name="role-name-3">
            <a:extLst xmlns:a="http://schemas.openxmlformats.org/drawingml/2006/main">
              <a:ext uri="{FF2B5EF4-FFF2-40B4-BE49-F238E27FC236}">
                <a16:creationId xmlns:a16="http://schemas.microsoft.com/office/drawing/2014/main" id="{17BF3411-4B86-40E1-8E94-B320F567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385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1800" b="1" i="0">
                <a:solidFill>
                  <a:srgbClr val="100C0A"/>
                </a:solidFill>
                <a:latin typeface="Adobe Garamond Pro"/>
                <a:ea typeface="Adobe Garamond Pro"/>
                <a:cs typeface="Adobe Garamond Pro"/>
              </a:rPr>
              <a:t>Nombre / rol</a:t>
            </a:r>
          </a:p>
        </p:txBody>
      </p:sp>
      <p:sp>
        <p:nvSpPr>
          <p:cNvPr id="20" name="role-job-3">
            <a:extLst xmlns:a="http://schemas.openxmlformats.org/drawingml/2006/main">
              <a:ext uri="{FF2B5EF4-FFF2-40B4-BE49-F238E27FC236}">
                <a16:creationId xmlns:a16="http://schemas.microsoft.com/office/drawing/2014/main" id="{99D1E5E3-A1E8-47CB-893F-370B53ED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005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706862"/>
                </a:solidFill>
                <a:latin typeface="Inter"/>
                <a:ea typeface="Inter"/>
                <a:cs typeface="Inter"/>
              </a:defRPr>
            </a:pPr>
            <a:r>
              <a:rPr sz="1125" b="0" i="0">
                <a:solidFill>
                  <a:srgbClr val="706862"/>
                </a:solidFill>
                <a:latin typeface="Inter"/>
                <a:ea typeface="Inter"/>
                <a:cs typeface="Inter"/>
              </a:rPr>
              <a:t>Documenta el aprendizaje</a:t>
            </a:r>
          </a:p>
        </p:txBody>
      </p:sp>
    </p:spTree>
    <p:extLst>
      <p:ext uri="{BB962C8B-B14F-4D97-AF65-F5344CB8AC3E}">
        <p14:creationId xmlns:p14="http://schemas.microsoft.com/office/powerpoint/2010/main" val="68041624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00C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CE95A566-AC9B-4388-8F51-CFC20BF8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D5B879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D5B879"/>
                </a:solidFill>
                <a:latin typeface="Inter"/>
                <a:ea typeface="Inter"/>
                <a:cs typeface="Inter"/>
              </a:rPr>
              <a:t>CIERRE / LLAMADO A LA ACCIÓN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3B94DAF-76AF-41C6-B1C2-2AC3FC39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480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rPr>
              <a:t>Lleve la marca</a:t>
            </a:r>
          </a:p>
          <a:p xmlns:a="http://schemas.openxmlformats.org/drawingml/2006/main">
            <a:pPr algn="l">
              <a:defRPr sz="480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defRPr>
            </a:pPr>
            <a:r>
              <a:rPr sz="4800" b="1" i="0">
                <a:solidFill>
                  <a:srgbClr val="F3EEE6"/>
                </a:solidFill>
                <a:latin typeface="Adobe Garamond Pro"/>
                <a:ea typeface="Adobe Garamond Pro"/>
                <a:cs typeface="Adobe Garamond Pro"/>
              </a:rPr>
              <a:t>a Otro Nivel.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B10F46D0-4F59-4808-A4C7-596F657F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>
                    <a:alpha val="60392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500" b="0" i="0">
                <a:solidFill>
                  <a:srgbClr val="FFFFFF">
                    <a:alpha val="60392"/>
                  </a:srgbClr>
                </a:solidFill>
                <a:latin typeface="Inter"/>
                <a:ea typeface="Inter"/>
                <a:cs typeface="Inter"/>
              </a:rPr>
              <a:t>Cierre con una decisión, una invitación o el siguiente paso concreto.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04f0a336f24bfc"/>
          <a:stretch xmlns:a="http://schemas.openxmlformats.org/drawingml/2006/main"/>
        </p:blipFill>
        <p:spPr>
          <a:xfrm xmlns:a="http://schemas.openxmlformats.org/drawingml/2006/main">
            <a:off x="8096250" y="2835519"/>
            <a:ext cx="2857500" cy="329712"/>
          </a:xfrm>
          <a:prstGeom xmlns:a="http://schemas.openxmlformats.org/drawingml/2006/main" prst="rect">
            <a:avLst/>
          </a:prstGeom>
        </p:spPr>
      </p:pic>
      <p:sp>
        <p:nvSpPr>
          <p:cNvPr id="5" name="line">
            <a:extLst xmlns:a="http://schemas.openxmlformats.org/drawingml/2006/main">
              <a:ext uri="{FF2B5EF4-FFF2-40B4-BE49-F238E27FC236}">
                <a16:creationId xmlns:a16="http://schemas.microsoft.com/office/drawing/2014/main" id="{6D3B13A2-A53D-46E8-BAD3-E85A2D08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54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url">
            <a:extLst xmlns:a="http://schemas.openxmlformats.org/drawingml/2006/main">
              <a:ext uri="{FF2B5EF4-FFF2-40B4-BE49-F238E27FC236}">
                <a16:creationId xmlns:a16="http://schemas.microsoft.com/office/drawing/2014/main" id="{8763319E-6986-4F4F-BE32-42BF6C5C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5B879"/>
                </a:solidFill>
                <a:latin typeface="Inter"/>
                <a:ea typeface="Inter"/>
                <a:cs typeface="Inter"/>
              </a:defRPr>
            </a:pPr>
            <a:r>
              <a:rPr sz="975" b="1" i="0">
                <a:solidFill>
                  <a:srgbClr val="D5B879"/>
                </a:solidFill>
                <a:latin typeface="Inter"/>
                <a:ea typeface="Inter"/>
                <a:cs typeface="Inter"/>
              </a:rPr>
              <a:t>roncarupano.com</a:t>
            </a:r>
          </a:p>
        </p:txBody>
      </p:sp>
    </p:spTree>
    <p:extLst>
      <p:ext uri="{BB962C8B-B14F-4D97-AF65-F5344CB8AC3E}">
        <p14:creationId xmlns:p14="http://schemas.microsoft.com/office/powerpoint/2010/main" val="6371156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2026-07-21T15:05:41.4510000Z</dcterms:created>
  <dcterms:modified xsi:type="dcterms:W3CDTF">2026-07-21T15:05:41.4510000Z</dcterms:modified>
</coreProperties>
</file>