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20a79b8c82421c" /><Relationship Type="http://schemas.openxmlformats.org/officeDocument/2006/relationships/extended-properties" Target="/docProps/app.xml" Id="Rf1c796fa18224897" /><Relationship Type="http://schemas.openxmlformats.org/officeDocument/2006/relationships/officeDocument" Target="/ppt/presentation.xml" Id="R073eef5b659440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ed406f3ab543d8"/>
  </p:sldMasterIdLst>
  <p:notesMasterIdLst>
    <p:notesMasterId xmlns:r="http://schemas.openxmlformats.org/officeDocument/2006/relationships" r:id="Rd393c4d6ca3f4b8a"/>
  </p:notesMasterIdLst>
  <p:sldIdLst>
    <p:sldId xmlns:r="http://schemas.openxmlformats.org/officeDocument/2006/relationships" id="256" r:id="R53dd6eb0e9b14c21"/>
    <p:sldId xmlns:r="http://schemas.openxmlformats.org/officeDocument/2006/relationships" id="257" r:id="R72a75392eabc4055"/>
    <p:sldId xmlns:r="http://schemas.openxmlformats.org/officeDocument/2006/relationships" id="258" r:id="R469484c8e0b74542"/>
    <p:sldId xmlns:r="http://schemas.openxmlformats.org/officeDocument/2006/relationships" id="259" r:id="R021724d87a034019"/>
    <p:sldId xmlns:r="http://schemas.openxmlformats.org/officeDocument/2006/relationships" id="260" r:id="Ra81d345259024df4"/>
    <p:sldId xmlns:r="http://schemas.openxmlformats.org/officeDocument/2006/relationships" id="261" r:id="R19acad7fbd3d4a44"/>
    <p:sldId xmlns:r="http://schemas.openxmlformats.org/officeDocument/2006/relationships" id="262" r:id="Red43e12a600841eb"/>
    <p:sldId xmlns:r="http://schemas.openxmlformats.org/officeDocument/2006/relationships" id="263" r:id="Rf7a8d94999084057"/>
    <p:sldId xmlns:r="http://schemas.openxmlformats.org/officeDocument/2006/relationships" id="264" r:id="R7d9e1b66f7af44af"/>
    <p:sldId xmlns:r="http://schemas.openxmlformats.org/officeDocument/2006/relationships" id="265" r:id="R02f08b518e0f4996"/>
    <p:sldId xmlns:r="http://schemas.openxmlformats.org/officeDocument/2006/relationships" id="266" r:id="Rad9fae347ccc4d6c"/>
    <p:sldId xmlns:r="http://schemas.openxmlformats.org/officeDocument/2006/relationships" id="267" r:id="R13d9d95c88af425e"/>
    <p:sldId xmlns:r="http://schemas.openxmlformats.org/officeDocument/2006/relationships" id="268" r:id="R2537eb8624bb418b"/>
    <p:sldId xmlns:r="http://schemas.openxmlformats.org/officeDocument/2006/relationships" id="269" r:id="R64fa851d6edd4da7"/>
    <p:sldId xmlns:r="http://schemas.openxmlformats.org/officeDocument/2006/relationships" id="270" r:id="Rf4d006a1ea074ba5"/>
    <p:sldId xmlns:r="http://schemas.openxmlformats.org/officeDocument/2006/relationships" id="271" r:id="Rf67244ea12a44716"/>
    <p:sldId xmlns:r="http://schemas.openxmlformats.org/officeDocument/2006/relationships" id="272" r:id="Re750b969293e4f0f"/>
    <p:sldId xmlns:r="http://schemas.openxmlformats.org/officeDocument/2006/relationships" id="273" r:id="R9154d36f15f5498f"/>
    <p:sldId xmlns:r="http://schemas.openxmlformats.org/officeDocument/2006/relationships" id="274" r:id="R5a01cb83151f4476"/>
    <p:sldId xmlns:r="http://schemas.openxmlformats.org/officeDocument/2006/relationships" id="275" r:id="R0ab15c6f5f264a0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39f54adc664f08" /><Relationship Type="http://schemas.openxmlformats.org/officeDocument/2006/relationships/slideMaster" Target="/ppt/slideMasters/slideMaster1.xml" Id="R79ed406f3ab543d8" /><Relationship Type="http://schemas.openxmlformats.org/officeDocument/2006/relationships/notesMaster" Target="/ppt/notesMasters/notesMaster1.xml" Id="Rd393c4d6ca3f4b8a" /><Relationship Type="http://schemas.openxmlformats.org/officeDocument/2006/relationships/presProps" Target="/ppt/presProps.xml" Id="R67ff7e2f34774cd8" /><Relationship Type="http://schemas.openxmlformats.org/officeDocument/2006/relationships/tableStyles" Target="/ppt/tableStyles.xml" Id="R05607025e0514b83" /><Relationship Type="http://schemas.openxmlformats.org/officeDocument/2006/relationships/slide" Target="/ppt/slides/slide1.xml" Id="R53dd6eb0e9b14c21" /><Relationship Type="http://schemas.openxmlformats.org/officeDocument/2006/relationships/slide" Target="/ppt/slides/slide2.xml" Id="R72a75392eabc4055" /><Relationship Type="http://schemas.openxmlformats.org/officeDocument/2006/relationships/slide" Target="/ppt/slides/slide3.xml" Id="R469484c8e0b74542" /><Relationship Type="http://schemas.openxmlformats.org/officeDocument/2006/relationships/slide" Target="/ppt/slides/slide4.xml" Id="R021724d87a034019" /><Relationship Type="http://schemas.openxmlformats.org/officeDocument/2006/relationships/slide" Target="/ppt/slides/slide5.xml" Id="Ra81d345259024df4" /><Relationship Type="http://schemas.openxmlformats.org/officeDocument/2006/relationships/slide" Target="/ppt/slides/slide6.xml" Id="R19acad7fbd3d4a44" /><Relationship Type="http://schemas.openxmlformats.org/officeDocument/2006/relationships/slide" Target="/ppt/slides/slide7.xml" Id="Red43e12a600841eb" /><Relationship Type="http://schemas.openxmlformats.org/officeDocument/2006/relationships/slide" Target="/ppt/slides/slide8.xml" Id="Rf7a8d94999084057" /><Relationship Type="http://schemas.openxmlformats.org/officeDocument/2006/relationships/slide" Target="/ppt/slides/slide9.xml" Id="R7d9e1b66f7af44af" /><Relationship Type="http://schemas.openxmlformats.org/officeDocument/2006/relationships/slide" Target="/ppt/slides/slide10.xml" Id="R02f08b518e0f4996" /><Relationship Type="http://schemas.openxmlformats.org/officeDocument/2006/relationships/slide" Target="/ppt/slides/slide11.xml" Id="Rad9fae347ccc4d6c" /><Relationship Type="http://schemas.openxmlformats.org/officeDocument/2006/relationships/slide" Target="/ppt/slides/slide12.xml" Id="R13d9d95c88af425e" /><Relationship Type="http://schemas.openxmlformats.org/officeDocument/2006/relationships/slide" Target="/ppt/slides/slide13.xml" Id="R2537eb8624bb418b" /><Relationship Type="http://schemas.openxmlformats.org/officeDocument/2006/relationships/slide" Target="/ppt/slides/slide14.xml" Id="R64fa851d6edd4da7" /><Relationship Type="http://schemas.openxmlformats.org/officeDocument/2006/relationships/slide" Target="/ppt/slides/slide15.xml" Id="Rf4d006a1ea074ba5" /><Relationship Type="http://schemas.openxmlformats.org/officeDocument/2006/relationships/slide" Target="/ppt/slides/slide16.xml" Id="Rf67244ea12a44716" /><Relationship Type="http://schemas.openxmlformats.org/officeDocument/2006/relationships/slide" Target="/ppt/slides/slide17.xml" Id="Re750b969293e4f0f" /><Relationship Type="http://schemas.openxmlformats.org/officeDocument/2006/relationships/slide" Target="/ppt/slides/slide18.xml" Id="R9154d36f15f5498f" /><Relationship Type="http://schemas.openxmlformats.org/officeDocument/2006/relationships/slide" Target="/ppt/slides/slide19.xml" Id="R5a01cb83151f4476" /><Relationship Type="http://schemas.openxmlformats.org/officeDocument/2006/relationships/slide" Target="/ppt/slides/slide20.xml" Id="R0ab15c6f5f264a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c9768ff4e545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a3808834114672" /><Relationship Type="http://schemas.openxmlformats.org/officeDocument/2006/relationships/notesMaster" Target="/ppt/notesMasters/notesMaster1.xml" Id="R320595d026164c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024546a59c458a" /><Relationship Type="http://schemas.openxmlformats.org/officeDocument/2006/relationships/notesMaster" Target="/ppt/notesMasters/notesMaster1.xml" Id="R587abe37198541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e77f3038834a34" /><Relationship Type="http://schemas.openxmlformats.org/officeDocument/2006/relationships/notesMaster" Target="/ppt/notesMasters/notesMaster1.xml" Id="R3635c802292c47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76421e010d4f6d" /><Relationship Type="http://schemas.openxmlformats.org/officeDocument/2006/relationships/notesMaster" Target="/ppt/notesMasters/notesMaster1.xml" Id="R2f81753977ec45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cb5a3b43f347c5" /><Relationship Type="http://schemas.openxmlformats.org/officeDocument/2006/relationships/notesMaster" Target="/ppt/notesMasters/notesMaster1.xml" Id="Re5518e5f1c2749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bbcc899de442cb" /><Relationship Type="http://schemas.openxmlformats.org/officeDocument/2006/relationships/notesMaster" Target="/ppt/notesMasters/notesMaster1.xml" Id="R1ba81778fd5e4b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d6d465313f4cab" /><Relationship Type="http://schemas.openxmlformats.org/officeDocument/2006/relationships/notesMaster" Target="/ppt/notesMasters/notesMaster1.xml" Id="Rafd4e483345142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b11b2ddb6b453a" /><Relationship Type="http://schemas.openxmlformats.org/officeDocument/2006/relationships/notesMaster" Target="/ppt/notesMasters/notesMaster1.xml" Id="R9aaf34fd8d6b4c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52b1db321c4859" /><Relationship Type="http://schemas.openxmlformats.org/officeDocument/2006/relationships/notesMaster" Target="/ppt/notesMasters/notesMaster1.xml" Id="Rc919cc7ecdd447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13dbec6d15439a" /><Relationship Type="http://schemas.openxmlformats.org/officeDocument/2006/relationships/notesMaster" Target="/ppt/notesMasters/notesMaster1.xml" Id="Rc826e7475be043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556765db954784" /><Relationship Type="http://schemas.openxmlformats.org/officeDocument/2006/relationships/notesMaster" Target="/ppt/notesMasters/notesMaster1.xml" Id="Rc57474b4158045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6867b4ec574d1d" /><Relationship Type="http://schemas.openxmlformats.org/officeDocument/2006/relationships/notesMaster" Target="/ppt/notesMasters/notesMaster1.xml" Id="Rd0303f2a653144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aead0516e24644" /><Relationship Type="http://schemas.openxmlformats.org/officeDocument/2006/relationships/notesMaster" Target="/ppt/notesMasters/notesMaster1.xml" Id="Rbd7101ed871046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1cb3e3203341b6" /><Relationship Type="http://schemas.openxmlformats.org/officeDocument/2006/relationships/notesMaster" Target="/ppt/notesMasters/notesMaster1.xml" Id="R64263784291e44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c9354d7cf5a4146" /><Relationship Type="http://schemas.openxmlformats.org/officeDocument/2006/relationships/notesMaster" Target="/ppt/notesMasters/notesMaster1.xml" Id="Rb3cd5fa8cd8041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4dc56e49634dff" /><Relationship Type="http://schemas.openxmlformats.org/officeDocument/2006/relationships/notesMaster" Target="/ppt/notesMasters/notesMaster1.xml" Id="R9b51e232bb3641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64c2238e8bc4113" /><Relationship Type="http://schemas.openxmlformats.org/officeDocument/2006/relationships/notesMaster" Target="/ppt/notesMasters/notesMaster1.xml" Id="R052a1471e9a64f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e8858c55eb4abb" /><Relationship Type="http://schemas.openxmlformats.org/officeDocument/2006/relationships/notesMaster" Target="/ppt/notesMasters/notesMaster1.xml" Id="Raa7409305b2d4d3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dd3e25afced4a96" /><Relationship Type="http://schemas.openxmlformats.org/officeDocument/2006/relationships/notesMaster" Target="/ppt/notesMasters/notesMaster1.xml" Id="Rff29f3bc58ee4af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e0f8b76d944e0b" /><Relationship Type="http://schemas.openxmlformats.org/officeDocument/2006/relationships/notesMaster" Target="/ppt/notesMasters/notesMaster1.xml" Id="R31353c2ef47b44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ef22d45084a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66f7b6cef04368" /><Relationship Type="http://schemas.openxmlformats.org/officeDocument/2006/relationships/slideLayout" Target="/ppt/slideLayouts/slideLayout1.xml" Id="R6f3c26b81ecc4b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3c26b81ecc4b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223ae62b04875" /><Relationship Type="http://schemas.openxmlformats.org/officeDocument/2006/relationships/image" Target="/ppt/media/image.jpeg" Id="R538b7ae15bfb4c7b" /><Relationship Type="http://schemas.openxmlformats.org/officeDocument/2006/relationships/notesSlide" Target="/ppt/notesSlides/notesSlide1.xml" Id="Rc62373fccbac49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429fbd2174402" /><Relationship Type="http://schemas.openxmlformats.org/officeDocument/2006/relationships/notesSlide" Target="/ppt/notesSlides/notesSlide2.xml" Id="Rc3bcf067aca94a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daba75d2c496f" /><Relationship Type="http://schemas.openxmlformats.org/officeDocument/2006/relationships/image" Target="/ppt/media/image2.jpeg" Id="R65bdecfe2ab94345" /><Relationship Type="http://schemas.openxmlformats.org/officeDocument/2006/relationships/notesSlide" Target="/ppt/notesSlides/notesSlide3.xml" Id="R6b06d3d8a43448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12b4af2694a14" /><Relationship Type="http://schemas.openxmlformats.org/officeDocument/2006/relationships/notesSlide" Target="/ppt/notesSlides/notesSlide4.xml" Id="R3202c098a85441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90fae59bf498d" /><Relationship Type="http://schemas.openxmlformats.org/officeDocument/2006/relationships/notesSlide" Target="/ppt/notesSlides/notesSlide5.xml" Id="R95f5c2966eec4e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0502886704477" /><Relationship Type="http://schemas.openxmlformats.org/officeDocument/2006/relationships/image" Target="/ppt/media/image3.jpeg" Id="Rf9adfd0eb7374589" /><Relationship Type="http://schemas.openxmlformats.org/officeDocument/2006/relationships/notesSlide" Target="/ppt/notesSlides/notesSlide6.xml" Id="Reabb3933452648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84165fc1d4414" /><Relationship Type="http://schemas.openxmlformats.org/officeDocument/2006/relationships/image" Target="/ppt/media/image4.jpeg" Id="Rfb42f5347b764b88" /><Relationship Type="http://schemas.openxmlformats.org/officeDocument/2006/relationships/notesSlide" Target="/ppt/notesSlides/notesSlide7.xml" Id="R0f569e4bffbb42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5b4dfb84d46fd" /><Relationship Type="http://schemas.openxmlformats.org/officeDocument/2006/relationships/image" Target="/ppt/media/image5.jpeg" Id="R97d2e8ddd2294978" /><Relationship Type="http://schemas.openxmlformats.org/officeDocument/2006/relationships/notesSlide" Target="/ppt/notesSlides/notesSlide8.xml" Id="R47fb4edda28441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02b087f404e2c" /><Relationship Type="http://schemas.openxmlformats.org/officeDocument/2006/relationships/image" Target="/ppt/media/image6.jpeg" Id="Rc2b5026ac63e481f" /><Relationship Type="http://schemas.openxmlformats.org/officeDocument/2006/relationships/image" Target="/ppt/media/image7.jpeg" Id="Rd13a5ea4d83041c3" /><Relationship Type="http://schemas.openxmlformats.org/officeDocument/2006/relationships/image" Target="/ppt/media/image8.jpeg" Id="R9dbf7faf27764bef" /><Relationship Type="http://schemas.openxmlformats.org/officeDocument/2006/relationships/image" Target="/ppt/media/image9.jpeg" Id="R7596e84afbd24fea" /><Relationship Type="http://schemas.openxmlformats.org/officeDocument/2006/relationships/notesSlide" Target="/ppt/notesSlides/notesSlide9.xml" Id="R506316b49a3b40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1d01dcf994222" /><Relationship Type="http://schemas.openxmlformats.org/officeDocument/2006/relationships/notesSlide" Target="/ppt/notesSlides/notesSlide10.xml" Id="R6dd7f88e4b8940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0132ae1b7498e" /><Relationship Type="http://schemas.openxmlformats.org/officeDocument/2006/relationships/image" Target="/ppt/media/image10.jpeg" Id="R2b0d0ca0884049cf" /><Relationship Type="http://schemas.openxmlformats.org/officeDocument/2006/relationships/notesSlide" Target="/ppt/notesSlides/notesSlide11.xml" Id="Ra5d8ca02629747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a140e05d34e4b" /><Relationship Type="http://schemas.openxmlformats.org/officeDocument/2006/relationships/notesSlide" Target="/ppt/notesSlides/notesSlide12.xml" Id="Re3540192e40744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37487b6194acf" /><Relationship Type="http://schemas.openxmlformats.org/officeDocument/2006/relationships/notesSlide" Target="/ppt/notesSlides/notesSlide13.xml" Id="Rb80ab93f7aed4b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47a775ace4617" /><Relationship Type="http://schemas.openxmlformats.org/officeDocument/2006/relationships/notesSlide" Target="/ppt/notesSlides/notesSlide14.xml" Id="Rab87d838e4a945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c3f72772d4804" /><Relationship Type="http://schemas.openxmlformats.org/officeDocument/2006/relationships/notesSlide" Target="/ppt/notesSlides/notesSlide15.xml" Id="R5987d7dc680947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4cde50d3b467c" /><Relationship Type="http://schemas.openxmlformats.org/officeDocument/2006/relationships/image" Target="/ppt/media/image11.jpeg" Id="R7c54adcaaceb40b0" /><Relationship Type="http://schemas.openxmlformats.org/officeDocument/2006/relationships/notesSlide" Target="/ppt/notesSlides/notesSlide16.xml" Id="R7e63202fea8141b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b38d99d23406f" /><Relationship Type="http://schemas.openxmlformats.org/officeDocument/2006/relationships/notesSlide" Target="/ppt/notesSlides/notesSlide17.xml" Id="Rdd4be2f2a6694b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959df474a4963" /><Relationship Type="http://schemas.openxmlformats.org/officeDocument/2006/relationships/notesSlide" Target="/ppt/notesSlides/notesSlide18.xml" Id="R9371408ad29f45f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61e56fce5498c" /><Relationship Type="http://schemas.openxmlformats.org/officeDocument/2006/relationships/notesSlide" Target="/ppt/notesSlides/notesSlide19.xml" Id="R2a3440027b2c4ba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7c8a8cced4c07" /><Relationship Type="http://schemas.openxmlformats.org/officeDocument/2006/relationships/image" Target="/ppt/media/image.bin" Id="R27d102be2d2d49b0" /><Relationship Type="http://schemas.openxmlformats.org/officeDocument/2006/relationships/notesSlide" Target="/ppt/notesSlides/notesSlide20.xml" Id="Rc0835a41061d4c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b7ae15bfb4c7b"/>
          <a:srcRect xmlns:a="http://schemas.openxmlformats.org/drawingml/2006/main" l="4636" t="0" r="46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veil">
            <a:extLst xmlns:a="http://schemas.openxmlformats.org/drawingml/2006/main">
              <a:ext uri="{FF2B5EF4-FFF2-40B4-BE49-F238E27FC236}">
                <a16:creationId xmlns:a16="http://schemas.microsoft.com/office/drawing/2014/main" id="{19CA8FA6-BB86-476B-B81B-E0DA336B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>
              <a:alpha val="3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CC1FB76-0F00-4C5E-A470-F5AA622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MASTER DECK CORPORATIVO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59AD5A-241D-4057-8013-0878010C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19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F3EEE6"/>
                </a:solidFill>
              </a:defRPr>
            </a:pPr>
            <a:r>
              <a:rPr sz="4800" b="1" i="0">
                <a:solidFill>
                  <a:srgbClr val="F3EEE6"/>
                </a:solidFill>
              </a:rPr>
              <a:t>El Caribe</a:t>
            </a:r>
          </a:p>
          <a:p xmlns:a="http://schemas.openxmlformats.org/drawingml/2006/main">
            <a:pPr algn="l">
              <a:defRPr sz="4800" b="1" i="0">
                <a:solidFill>
                  <a:srgbClr val="F3EEE6"/>
                </a:solidFill>
              </a:defRPr>
            </a:pPr>
            <a:r>
              <a:rPr sz="4800" b="1" i="0">
                <a:solidFill>
                  <a:srgbClr val="F3EEE6"/>
                </a:solidFill>
              </a:rPr>
              <a:t>transforma</a:t>
            </a:r>
          </a:p>
          <a:p xmlns:a="http://schemas.openxmlformats.org/drawingml/2006/main">
            <a:pPr algn="l">
              <a:defRPr sz="4800" b="1" i="0">
                <a:solidFill>
                  <a:srgbClr val="F3EEE6"/>
                </a:solidFill>
              </a:defRPr>
            </a:pPr>
            <a:r>
              <a:rPr sz="4800" b="1" i="0">
                <a:solidFill>
                  <a:srgbClr val="F3EEE6"/>
                </a:solidFill>
              </a:rPr>
              <a:t>el tiempo.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5A584F6-195D-4AA1-A417-BFC6C8F5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>
                    <a:alpha val="69020"/>
                  </a:srgbClr>
                </a:solidFill>
              </a:defRPr>
            </a:pPr>
            <a:r>
              <a:rPr sz="1575" b="0" i="0">
                <a:solidFill>
                  <a:srgbClr val="FFFFFF">
                    <a:alpha val="69020"/>
                  </a:srgbClr>
                </a:solidFill>
              </a:rPr>
              <a:t>Sistema editable para estrategia, marca, producto y ejecución.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74D93B88-BE9E-47C9-88AD-90F98B61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809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dition">
            <a:extLst xmlns:a="http://schemas.openxmlformats.org/drawingml/2006/main">
              <a:ext uri="{FF2B5EF4-FFF2-40B4-BE49-F238E27FC236}">
                <a16:creationId xmlns:a16="http://schemas.microsoft.com/office/drawing/2014/main" id="{128EA5F5-7DBF-4920-9B56-C89099AE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5B879"/>
                </a:solidFill>
              </a:defRPr>
            </a:pPr>
            <a:r>
              <a:rPr sz="975" b="1" i="0">
                <a:solidFill>
                  <a:srgbClr val="D5B879"/>
                </a:solidFill>
              </a:rPr>
              <a:t>V.02 · Adobe Garamond Pro + Inter</a:t>
            </a:r>
          </a:p>
        </p:txBody>
      </p:sp>
    </p:spTree>
    <p:extLst>
      <p:ext uri="{BB962C8B-B14F-4D97-AF65-F5344CB8AC3E}">
        <p14:creationId xmlns:p14="http://schemas.microsoft.com/office/powerpoint/2010/main" val="17125975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">
            <a:extLst xmlns:a="http://schemas.openxmlformats.org/drawingml/2006/main">
              <a:ext uri="{FF2B5EF4-FFF2-40B4-BE49-F238E27FC236}">
                <a16:creationId xmlns:a16="http://schemas.microsoft.com/office/drawing/2014/main" id="{A78CE86F-46C3-4EC5-B9A6-04E46CFE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70DDAE11-815B-43C3-8DAB-F48077B1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02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65AB49C-1971-478A-8325-0E275A14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CÓMO USAR ESTE MASTER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CCD7F1C-EC04-4573-89D6-BF8081EA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23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00C0A"/>
                </a:solidFill>
              </a:defRPr>
            </a:pPr>
            <a:r>
              <a:rPr sz="3750" b="1" i="0">
                <a:solidFill>
                  <a:srgbClr val="100C0A"/>
                </a:solidFill>
              </a:rPr>
              <a:t>Una estructura consistente</a:t>
            </a:r>
          </a:p>
          <a:p xmlns:a="http://schemas.openxmlformats.org/drawingml/2006/main">
            <a:pPr algn="l">
              <a:defRPr sz="3750" b="1" i="0">
                <a:solidFill>
                  <a:srgbClr val="100C0A"/>
                </a:solidFill>
              </a:defRPr>
            </a:pPr>
            <a:r>
              <a:rPr sz="3750" b="1" i="0">
                <a:solidFill>
                  <a:srgbClr val="100C0A"/>
                </a:solidFill>
              </a:rPr>
              <a:t>sin limitar las ideas.</a:t>
            </a:r>
          </a:p>
        </p:txBody>
      </p:sp>
      <p:sp>
        <p:nvSpPr>
          <p:cNvPr id="5" name="intro">
            <a:extLst xmlns:a="http://schemas.openxmlformats.org/drawingml/2006/main">
              <a:ext uri="{FF2B5EF4-FFF2-40B4-BE49-F238E27FC236}">
                <a16:creationId xmlns:a16="http://schemas.microsoft.com/office/drawing/2014/main" id="{2E47A2D2-264E-4F3C-9BD3-AE266BC1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06862"/>
                </a:solidFill>
              </a:defRPr>
            </a:pPr>
            <a:r>
              <a:rPr sz="1500" b="0" i="0">
                <a:solidFill>
                  <a:srgbClr val="706862"/>
                </a:solidFill>
              </a:rPr>
              <a:t>Elija el layout según el trabajo de la slide. Mantenga una idea dominante, una jerarquía clara y suficiente respiración.</a:t>
            </a:r>
          </a:p>
        </p:txBody>
      </p:sp>
      <p:sp>
        <p:nvSpPr>
          <p:cNvPr id="6" name="n0">
            <a:extLst xmlns:a="http://schemas.openxmlformats.org/drawingml/2006/main">
              <a:ext uri="{FF2B5EF4-FFF2-40B4-BE49-F238E27FC236}">
                <a16:creationId xmlns:a16="http://schemas.microsoft.com/office/drawing/2014/main" id="{BFC82E03-960E-46C8-A789-7D15A361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88650"/>
                </a:solidFill>
              </a:defRPr>
            </a:pPr>
            <a:r>
              <a:rPr sz="1200" b="1" i="0">
                <a:solidFill>
                  <a:srgbClr val="A88650"/>
                </a:solidFill>
              </a:rPr>
              <a:t>01</a:t>
            </a:r>
          </a:p>
        </p:txBody>
      </p:sp>
      <p:sp>
        <p:nvSpPr>
          <p:cNvPr id="7" name="h0">
            <a:extLst xmlns:a="http://schemas.openxmlformats.org/drawingml/2006/main">
              <a:ext uri="{FF2B5EF4-FFF2-40B4-BE49-F238E27FC236}">
                <a16:creationId xmlns:a16="http://schemas.microsoft.com/office/drawing/2014/main" id="{D70BC77E-09DF-4E6B-84D3-F4B42337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43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0C0A"/>
                </a:solidFill>
              </a:defRPr>
            </a:pPr>
            <a:r>
              <a:rPr sz="1425" b="1" i="0">
                <a:solidFill>
                  <a:srgbClr val="100C0A"/>
                </a:solidFill>
              </a:rPr>
              <a:t>Adobe Garamond Pro</a:t>
            </a:r>
          </a:p>
        </p:txBody>
      </p:sp>
      <p:sp>
        <p:nvSpPr>
          <p:cNvPr id="8" name="b0">
            <a:extLst xmlns:a="http://schemas.openxmlformats.org/drawingml/2006/main">
              <a:ext uri="{FF2B5EF4-FFF2-40B4-BE49-F238E27FC236}">
                <a16:creationId xmlns:a16="http://schemas.microsoft.com/office/drawing/2014/main" id="{6F80D1A1-7959-4BF2-A1AC-9DB2DEF6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433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Titulares, citas y momentos de expresión.</a:t>
            </a:r>
          </a:p>
        </p:txBody>
      </p:sp>
      <p:sp>
        <p:nvSpPr>
          <p:cNvPr id="9" name="l0">
            <a:extLst xmlns:a="http://schemas.openxmlformats.org/drawingml/2006/main">
              <a:ext uri="{FF2B5EF4-FFF2-40B4-BE49-F238E27FC236}">
                <a16:creationId xmlns:a16="http://schemas.microsoft.com/office/drawing/2014/main" id="{66326CFD-4346-4D79-B2DC-E75D4F1C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1">
            <a:extLst xmlns:a="http://schemas.openxmlformats.org/drawingml/2006/main">
              <a:ext uri="{FF2B5EF4-FFF2-40B4-BE49-F238E27FC236}">
                <a16:creationId xmlns:a16="http://schemas.microsoft.com/office/drawing/2014/main" id="{DDD33BBF-08C9-4FEB-811C-BD584C9C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88650"/>
                </a:solidFill>
              </a:defRPr>
            </a:pPr>
            <a:r>
              <a:rPr sz="1200" b="1" i="0">
                <a:solidFill>
                  <a:srgbClr val="A88650"/>
                </a:solidFill>
              </a:rPr>
              <a:t>02</a:t>
            </a:r>
          </a:p>
        </p:txBody>
      </p:sp>
      <p:sp>
        <p:nvSpPr>
          <p:cNvPr id="11" name="h1">
            <a:extLst xmlns:a="http://schemas.openxmlformats.org/drawingml/2006/main">
              <a:ext uri="{FF2B5EF4-FFF2-40B4-BE49-F238E27FC236}">
                <a16:creationId xmlns:a16="http://schemas.microsoft.com/office/drawing/2014/main" id="{3F720AB6-32E7-4CF5-BCC7-2E70EC33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529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0C0A"/>
                </a:solidFill>
              </a:defRPr>
            </a:pPr>
            <a:r>
              <a:rPr sz="1425" b="1" i="0">
                <a:solidFill>
                  <a:srgbClr val="100C0A"/>
                </a:solidFill>
              </a:rPr>
              <a:t>Inter</a:t>
            </a:r>
          </a:p>
        </p:txBody>
      </p:sp>
      <p:sp>
        <p:nvSpPr>
          <p:cNvPr id="12" name="b1">
            <a:extLst xmlns:a="http://schemas.openxmlformats.org/drawingml/2006/main">
              <a:ext uri="{FF2B5EF4-FFF2-40B4-BE49-F238E27FC236}">
                <a16:creationId xmlns:a16="http://schemas.microsoft.com/office/drawing/2014/main" id="{6F7C88B4-1974-4356-9EC3-9EF0B375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529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Contenido, datos, tablas y navegación.</a:t>
            </a:r>
          </a:p>
        </p:txBody>
      </p:sp>
      <p:sp>
        <p:nvSpPr>
          <p:cNvPr id="13" name="l1">
            <a:extLst xmlns:a="http://schemas.openxmlformats.org/drawingml/2006/main">
              <a:ext uri="{FF2B5EF4-FFF2-40B4-BE49-F238E27FC236}">
                <a16:creationId xmlns:a16="http://schemas.microsoft.com/office/drawing/2014/main" id="{BD6BAE7F-3A90-4802-9774-12DA7895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2">
            <a:extLst xmlns:a="http://schemas.openxmlformats.org/drawingml/2006/main">
              <a:ext uri="{FF2B5EF4-FFF2-40B4-BE49-F238E27FC236}">
                <a16:creationId xmlns:a16="http://schemas.microsoft.com/office/drawing/2014/main" id="{CB44DC35-9CC6-41FE-8E5B-09888DB1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88650"/>
                </a:solidFill>
              </a:defRPr>
            </a:pPr>
            <a:r>
              <a:rPr sz="1200" b="1" i="0">
                <a:solidFill>
                  <a:srgbClr val="A88650"/>
                </a:solidFill>
              </a:rPr>
              <a:t>03</a:t>
            </a:r>
          </a:p>
        </p:txBody>
      </p:sp>
      <p:sp>
        <p:nvSpPr>
          <p:cNvPr id="15" name="h2">
            <a:extLst xmlns:a="http://schemas.openxmlformats.org/drawingml/2006/main">
              <a:ext uri="{FF2B5EF4-FFF2-40B4-BE49-F238E27FC236}">
                <a16:creationId xmlns:a16="http://schemas.microsoft.com/office/drawing/2014/main" id="{0A196152-47BF-4247-83E2-666FD8DB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625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0C0A"/>
                </a:solidFill>
              </a:defRPr>
            </a:pPr>
            <a:r>
              <a:rPr sz="1425" b="1" i="0">
                <a:solidFill>
                  <a:srgbClr val="100C0A"/>
                </a:solidFill>
              </a:rPr>
              <a:t>Una idea por slide</a:t>
            </a:r>
          </a:p>
        </p:txBody>
      </p:sp>
      <p:sp>
        <p:nvSpPr>
          <p:cNvPr id="16" name="b2">
            <a:extLst xmlns:a="http://schemas.openxmlformats.org/drawingml/2006/main">
              <a:ext uri="{FF2B5EF4-FFF2-40B4-BE49-F238E27FC236}">
                <a16:creationId xmlns:a16="http://schemas.microsoft.com/office/drawing/2014/main" id="{6E785575-04BB-422E-AED8-0642B856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625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Edite, duplique o elimine sin mezclar estructuras.</a:t>
            </a:r>
          </a:p>
        </p:txBody>
      </p:sp>
      <p:sp>
        <p:nvSpPr>
          <p:cNvPr id="17" name="l2">
            <a:extLst xmlns:a="http://schemas.openxmlformats.org/drawingml/2006/main">
              <a:ext uri="{FF2B5EF4-FFF2-40B4-BE49-F238E27FC236}">
                <a16:creationId xmlns:a16="http://schemas.microsoft.com/office/drawing/2014/main" id="{604170AC-7CF8-4870-9630-06E3C7B1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593148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C7C9A91C-2382-4C63-BDEE-BA8833A1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491D1555-A65A-4C01-B804-C9E51E89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03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BB077BE-4581-4870-AA70-D87A7AC7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PORTADA CLARA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32E1AA8-7FC1-4AF1-8116-8A2CD227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100C0A"/>
                </a:solidFill>
              </a:defRPr>
            </a:pPr>
            <a:r>
              <a:rPr sz="4650" b="1" i="0">
                <a:solidFill>
                  <a:srgbClr val="100C0A"/>
                </a:solidFill>
              </a:rPr>
              <a:t>Una historia que</a:t>
            </a:r>
          </a:p>
          <a:p xmlns:a="http://schemas.openxmlformats.org/drawingml/2006/main">
            <a:pPr algn="l">
              <a:defRPr sz="4650" b="1" i="0">
                <a:solidFill>
                  <a:srgbClr val="100C0A"/>
                </a:solidFill>
              </a:defRPr>
            </a:pPr>
            <a:r>
              <a:rPr sz="4650" b="1" i="0">
                <a:solidFill>
                  <a:srgbClr val="100C0A"/>
                </a:solidFill>
              </a:rPr>
              <a:t>sigue avanzando.</a:t>
            </a:r>
          </a:p>
        </p:txBody>
      </p:sp>
      <p:sp>
        <p:nvSpPr>
          <p:cNvPr id="5" name="sub">
            <a:extLst xmlns:a="http://schemas.openxmlformats.org/drawingml/2006/main">
              <a:ext uri="{FF2B5EF4-FFF2-40B4-BE49-F238E27FC236}">
                <a16:creationId xmlns:a16="http://schemas.microsoft.com/office/drawing/2014/main" id="{395F5E55-E079-422D-9BC6-347585DB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06862"/>
                </a:solidFill>
              </a:defRPr>
            </a:pPr>
            <a:r>
              <a:rPr sz="1500" b="0" i="0">
                <a:solidFill>
                  <a:srgbClr val="706862"/>
                </a:solidFill>
              </a:rPr>
              <a:t>Título de la presentación · Área o proyecto · Fecha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decfe2ab94345"/>
          <a:stretch xmlns:a="http://schemas.openxmlformats.org/drawingml/2006/main"/>
        </p:blipFill>
        <p:spPr>
          <a:xfrm xmlns:a="http://schemas.openxmlformats.org/drawingml/2006/main">
            <a:off x="8191500" y="1703720"/>
            <a:ext cx="2857500" cy="3660110"/>
          </a:xfrm>
          <a:prstGeom xmlns:a="http://schemas.openxmlformats.org/drawingml/2006/main" prst="rect">
            <a:avLst/>
          </a:prstGeom>
        </p:spPr>
      </p:pic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124246B8-DCC2-48C0-8B46-1587A235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195419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A8865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2B19A0C2-3763-4C67-A12E-B00A26D4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7D1CE407-949E-4A9F-A1A5-5922961D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04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85BA6D4F-60CF-4A75-8A04-FAB874EF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619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150" b="1" i="0">
                <a:solidFill>
                  <a:srgbClr val="100C0A"/>
                </a:solidFill>
              </a:defRPr>
            </a:pPr>
            <a:r>
              <a:rPr sz="6150" b="1" i="0">
                <a:solidFill>
                  <a:srgbClr val="100C0A"/>
                </a:solidFill>
              </a:rPr>
              <a:t>02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9EBC42-824D-4DB1-84D1-89B54F80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381125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125" b="1" i="0">
                <a:solidFill>
                  <a:srgbClr val="100C0A"/>
                </a:solidFill>
              </a:defRPr>
            </a:pPr>
            <a:r>
              <a:rPr sz="4125" b="1" i="0">
                <a:solidFill>
                  <a:srgbClr val="100C0A"/>
                </a:solidFill>
              </a:rPr>
              <a:t>La idea que abre</a:t>
            </a:r>
          </a:p>
          <a:p xmlns:a="http://schemas.openxmlformats.org/drawingml/2006/main">
            <a:pPr algn="l">
              <a:defRPr sz="4125" b="1" i="0">
                <a:solidFill>
                  <a:srgbClr val="100C0A"/>
                </a:solidFill>
              </a:defRPr>
            </a:pPr>
            <a:r>
              <a:rPr sz="4125" b="1" i="0">
                <a:solidFill>
                  <a:srgbClr val="100C0A"/>
                </a:solidFill>
              </a:rPr>
              <a:t>el siguiente capítulo.</a:t>
            </a:r>
          </a:p>
        </p:txBody>
      </p:sp>
      <p:sp>
        <p:nvSpPr>
          <p:cNvPr id="5" name="copy">
            <a:extLst xmlns:a="http://schemas.openxmlformats.org/drawingml/2006/main">
              <a:ext uri="{FF2B5EF4-FFF2-40B4-BE49-F238E27FC236}">
                <a16:creationId xmlns:a16="http://schemas.microsoft.com/office/drawing/2014/main" id="{94F80C8E-6762-4FC6-AFA2-1B6F0479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33750"/>
            <a:ext cx="619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34271F"/>
                </a:solidFill>
              </a:defRPr>
            </a:pPr>
            <a:r>
              <a:rPr sz="1425" b="0" i="0">
                <a:solidFill>
                  <a:srgbClr val="34271F"/>
                </a:solidFill>
              </a:rPr>
              <a:t>Use una frase que cree dirección y prepare la conversación.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F57258C3-79F0-41E1-A32B-E6709FD3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33387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41947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33987222-D3EF-4508-B7CF-2F0C5CDB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B1634C8-707F-4F9F-B849-B485417C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FFFFFF">
                    <a:alpha val="43922"/>
                  </a:srgbClr>
                </a:solidFill>
              </a:defRPr>
            </a:pPr>
            <a:r>
              <a:rPr sz="750" b="0" i="0">
                <a:solidFill>
                  <a:srgbClr val="FFFFFF">
                    <a:alpha val="43922"/>
                  </a:srgbClr>
                </a:solidFill>
              </a:rPr>
              <a:t>05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9395932-ED08-4E1B-8D70-9699FB22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DECLARACIÓN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FC4081-92A4-4186-A290-11A071FD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9810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950" b="1" i="0">
                <a:solidFill>
                  <a:srgbClr val="F3EEE6"/>
                </a:solidFill>
              </a:defRPr>
            </a:pPr>
            <a:r>
              <a:rPr sz="4950" b="1" i="0">
                <a:solidFill>
                  <a:srgbClr val="F3EEE6"/>
                </a:solidFill>
              </a:rPr>
              <a:t>El origen no es contexto.</a:t>
            </a:r>
          </a:p>
          <a:p xmlns:a="http://schemas.openxmlformats.org/drawingml/2006/main">
            <a:pPr algn="l">
              <a:defRPr sz="4950" b="1" i="0">
                <a:solidFill>
                  <a:srgbClr val="F3EEE6"/>
                </a:solidFill>
              </a:defRPr>
            </a:pPr>
            <a:r>
              <a:rPr sz="4950" b="1" i="0">
                <a:solidFill>
                  <a:srgbClr val="F3EEE6"/>
                </a:solidFill>
              </a:rPr>
              <a:t>Es una ventaja.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AD88A20-FD0F-49DA-8296-D3819F83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>
                    <a:alpha val="58824"/>
                  </a:srgbClr>
                </a:solidFill>
              </a:defRPr>
            </a:pPr>
            <a:r>
              <a:rPr sz="1500" b="0" i="0">
                <a:solidFill>
                  <a:srgbClr val="FFFFFF">
                    <a:alpha val="58824"/>
                  </a:srgbClr>
                </a:solidFill>
              </a:rPr>
              <a:t>Una slide para concentrar atención en una sola conclusión.</a:t>
            </a:r>
          </a:p>
        </p:txBody>
      </p:sp>
      <p:sp>
        <p:nvSpPr>
          <p:cNvPr id="6" name="mark">
            <a:extLst xmlns:a="http://schemas.openxmlformats.org/drawingml/2006/main">
              <a:ext uri="{FF2B5EF4-FFF2-40B4-BE49-F238E27FC236}">
                <a16:creationId xmlns:a16="http://schemas.microsoft.com/office/drawing/2014/main" id="{9CE36268-FCCA-462B-9F12-241E375F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600" b="1" i="0">
                <a:solidFill>
                  <a:srgbClr val="D5B879"/>
                </a:solidFill>
              </a:defRPr>
            </a:pPr>
            <a:r>
              <a:rPr sz="6600" b="1" i="0">
                <a:solidFill>
                  <a:srgbClr val="D5B879"/>
                </a:solidFill>
              </a:rPr>
              <a:t>1762</a:t>
            </a:r>
          </a:p>
        </p:txBody>
      </p:sp>
    </p:spTree>
    <p:extLst>
      <p:ext uri="{BB962C8B-B14F-4D97-AF65-F5344CB8AC3E}">
        <p14:creationId xmlns:p14="http://schemas.microsoft.com/office/powerpoint/2010/main" val="3644367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dfd0eb7374589"/>
          <a:srcRect xmlns:a="http://schemas.openxmlformats.org/drawingml/2006/main" l="0" t="25625" r="0" b="25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crim">
            <a:extLst xmlns:a="http://schemas.openxmlformats.org/drawingml/2006/main">
              <a:ext uri="{FF2B5EF4-FFF2-40B4-BE49-F238E27FC236}">
                <a16:creationId xmlns:a16="http://schemas.microsoft.com/office/drawing/2014/main" id="{DF4926B8-C19C-45C0-82B7-0C564ED0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>
              <a:alpha val="5098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F03AD79-DFD4-473F-BD67-68A781A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EXPERIENCIA / RITUAL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5A49639-5E8A-44F0-919F-F0BC14F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500" b="1" i="0">
                <a:solidFill>
                  <a:srgbClr val="F3EEE6"/>
                </a:solidFill>
              </a:defRPr>
            </a:pPr>
            <a:r>
              <a:rPr sz="4500" b="1" i="0">
                <a:solidFill>
                  <a:srgbClr val="F3EEE6"/>
                </a:solidFill>
              </a:rPr>
              <a:t>Una copa.</a:t>
            </a:r>
          </a:p>
          <a:p xmlns:a="http://schemas.openxmlformats.org/drawingml/2006/main">
            <a:pPr algn="l">
              <a:defRPr sz="4500" b="1" i="0">
                <a:solidFill>
                  <a:srgbClr val="F3EEE6"/>
                </a:solidFill>
              </a:defRPr>
            </a:pPr>
            <a:r>
              <a:rPr sz="4500" b="1" i="0">
                <a:solidFill>
                  <a:srgbClr val="F3EEE6"/>
                </a:solidFill>
              </a:rPr>
              <a:t>Otra dimensión.</a:t>
            </a:r>
          </a:p>
        </p:txBody>
      </p:sp>
      <p:sp>
        <p:nvSpPr>
          <p:cNvPr id="5" name="caption">
            <a:extLst xmlns:a="http://schemas.openxmlformats.org/drawingml/2006/main">
              <a:ext uri="{FF2B5EF4-FFF2-40B4-BE49-F238E27FC236}">
                <a16:creationId xmlns:a16="http://schemas.microsoft.com/office/drawing/2014/main" id="{BBC0D685-BAA6-46E5-B515-6727EA7C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>
                    <a:alpha val="69020"/>
                  </a:srgbClr>
                </a:solidFill>
              </a:defRPr>
            </a:pPr>
            <a:r>
              <a:rPr sz="1350" b="0" i="0">
                <a:solidFill>
                  <a:srgbClr val="FFFFFF">
                    <a:alpha val="69020"/>
                  </a:srgbClr>
                </a:solidFill>
              </a:rPr>
              <a:t>Formato de imagen completa para campañas, cultura y aperturas emocionales.</a:t>
            </a:r>
          </a:p>
        </p:txBody>
      </p:sp>
    </p:spTree>
    <p:extLst>
      <p:ext uri="{BB962C8B-B14F-4D97-AF65-F5344CB8AC3E}">
        <p14:creationId xmlns:p14="http://schemas.microsoft.com/office/powerpoint/2010/main" val="17008213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2f5347b764b88"/>
          <a:srcRect xmlns:a="http://schemas.openxmlformats.org/drawingml/2006/main" l="4327" t="0" r="43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DD79C5FB-2DCB-489B-A5ED-AC33E3CD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302E3E9-F0B9-48D1-8784-B24A0422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07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3F3C580-D5A6-44CE-9F48-C24811DE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876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HISTORIA / CONTEXTO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78CA23E-0DCC-4CE3-8658-F43C07E0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El momento importa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tanto como la copa.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9D2AB5B-13B8-466B-84D9-328E3EB3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766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706862"/>
                </a:solidFill>
              </a:defRPr>
            </a:pPr>
            <a:r>
              <a:rPr sz="1425" b="0" i="0">
                <a:solidFill>
                  <a:srgbClr val="706862"/>
                </a:solidFill>
              </a:rPr>
              <a:t>Use este formato cuando la fotografía aporte contexto humano, sensorial o cultural. El texto debe explicar por qué esa escena es relevante para la audiencia.</a:t>
            </a:r>
          </a:p>
        </p:txBody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C8450025-0C08-4B72-B838-09A8C3AF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00650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275791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AB4FA553-C0B1-44A9-BB73-ACE7805E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5E22945D-C632-439A-827B-5F6F60C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FFFFFF">
                    <a:alpha val="43922"/>
                  </a:srgbClr>
                </a:solidFill>
              </a:defRPr>
            </a:pPr>
            <a:r>
              <a:rPr sz="750" b="0" i="0">
                <a:solidFill>
                  <a:srgbClr val="FFFFFF">
                    <a:alpha val="43922"/>
                  </a:srgbClr>
                </a:solidFill>
              </a:rPr>
              <a:t>08</a:t>
            </a:r>
          </a:p>
        </p:txBody>
      </p:sp>
      <p:sp>
        <p:nvSpPr>
          <p:cNvPr id="3" name="frame">
            <a:extLst xmlns:a="http://schemas.openxmlformats.org/drawingml/2006/main">
              <a:ext uri="{FF2B5EF4-FFF2-40B4-BE49-F238E27FC236}">
                <a16:creationId xmlns:a16="http://schemas.microsoft.com/office/drawing/2014/main" id="{6BA63DB8-04FF-4AA9-BECD-48EE5B51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476750" cy="5238750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2B1B15"/>
          </a:solidFill>
          <a:ln xmlns:a="http://schemas.openxmlformats.org/drawingml/2006/main" w="9525">
            <a:solidFill>
              <a:srgbClr val="4B332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2e8ddd2294978"/>
          <a:stretch xmlns:a="http://schemas.openxmlformats.org/drawingml/2006/main"/>
        </p:blipFill>
        <p:spPr>
          <a:xfrm xmlns:a="http://schemas.openxmlformats.org/drawingml/2006/main">
            <a:off x="1066800" y="1121366"/>
            <a:ext cx="3714750" cy="4758143"/>
          </a:xfrm>
          <a:prstGeom xmlns:a="http://schemas.openxmlformats.org/drawingml/2006/main" prst="rect">
            <a:avLst/>
          </a:prstGeom>
        </p:spPr>
      </p:pic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0CAA82B-298D-4D02-B19D-544BA6B3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047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ULTRA-PREMIUM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AD33D50-1A9D-4F73-BCA6-37010B34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859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3EEE6"/>
                </a:solidFill>
              </a:defRPr>
            </a:pPr>
            <a:r>
              <a:rPr sz="3900" b="1" i="0">
                <a:solidFill>
                  <a:srgbClr val="F3EEE6"/>
                </a:solidFill>
              </a:rPr>
              <a:t>Carúpano 21</a:t>
            </a:r>
          </a:p>
        </p:txBody>
      </p:sp>
      <p:sp>
        <p:nvSpPr>
          <p:cNvPr id="7" name="role">
            <a:extLst xmlns:a="http://schemas.openxmlformats.org/drawingml/2006/main">
              <a:ext uri="{FF2B5EF4-FFF2-40B4-BE49-F238E27FC236}">
                <a16:creationId xmlns:a16="http://schemas.microsoft.com/office/drawing/2014/main" id="{F8A35362-7609-400A-9077-C428DC77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622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>
                    <a:alpha val="69020"/>
                  </a:srgbClr>
                </a:solidFill>
              </a:defRPr>
            </a:pPr>
            <a:r>
              <a:rPr sz="1650" b="0" i="0">
                <a:solidFill>
                  <a:srgbClr val="FFFFFF">
                    <a:alpha val="69020"/>
                  </a:srgbClr>
                </a:solidFill>
              </a:rPr>
              <a:t>Complejidad, equilibrio y una entrada natural al lujo de alta gama.</a:t>
            </a:r>
          </a:p>
        </p:txBody>
      </p:sp>
      <p:sp>
        <p:nvSpPr>
          <p:cNvPr id="8" name="line">
            <a:extLst xmlns:a="http://schemas.openxmlformats.org/drawingml/2006/main">
              <a:ext uri="{FF2B5EF4-FFF2-40B4-BE49-F238E27FC236}">
                <a16:creationId xmlns:a16="http://schemas.microsoft.com/office/drawing/2014/main" id="{5C9F4AA5-04D5-4978-85A7-04C08DA0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04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ge">
            <a:extLst xmlns:a="http://schemas.openxmlformats.org/drawingml/2006/main">
              <a:ext uri="{FF2B5EF4-FFF2-40B4-BE49-F238E27FC236}">
                <a16:creationId xmlns:a16="http://schemas.microsoft.com/office/drawing/2014/main" id="{3544FBB3-3B11-4D01-9A92-72D33E12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05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5B879"/>
                </a:solidFill>
              </a:defRPr>
            </a:pPr>
            <a:r>
              <a:rPr sz="975" b="1" i="0">
                <a:solidFill>
                  <a:srgbClr val="D5B879"/>
                </a:solidFill>
              </a:rPr>
              <a:t>HASTA 21 AÑOS</a:t>
            </a:r>
          </a:p>
        </p:txBody>
      </p:sp>
      <p:sp>
        <p:nvSpPr>
          <p:cNvPr id="10" name="abv">
            <a:extLst xmlns:a="http://schemas.openxmlformats.org/drawingml/2006/main">
              <a:ext uri="{FF2B5EF4-FFF2-40B4-BE49-F238E27FC236}">
                <a16:creationId xmlns:a16="http://schemas.microsoft.com/office/drawing/2014/main" id="{3A531EB2-221A-4DA3-BB21-02249AE9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5B879"/>
                </a:solidFill>
              </a:defRPr>
            </a:pPr>
            <a:r>
              <a:rPr sz="975" b="1" i="0">
                <a:solidFill>
                  <a:srgbClr val="D5B879"/>
                </a:solidFill>
              </a:rPr>
              <a:t>40° G.L.</a:t>
            </a:r>
          </a:p>
        </p:txBody>
      </p:sp>
      <p:sp>
        <p:nvSpPr>
          <p:cNvPr id="11" name="notes">
            <a:extLst xmlns:a="http://schemas.openxmlformats.org/drawingml/2006/main">
              <a:ext uri="{FF2B5EF4-FFF2-40B4-BE49-F238E27FC236}">
                <a16:creationId xmlns:a16="http://schemas.microsoft.com/office/drawing/2014/main" id="{97BF3645-BB59-406E-A647-66DB87D8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291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>
                    <a:alpha val="56078"/>
                  </a:srgbClr>
                </a:solidFill>
              </a:defRPr>
            </a:pPr>
            <a:r>
              <a:rPr sz="1275" b="0" i="0">
                <a:solidFill>
                  <a:srgbClr val="FFFFFF">
                    <a:alpha val="56078"/>
                  </a:srgbClr>
                </a:solidFill>
              </a:rPr>
              <a:t>Frutos rojos · sarrapia · madera · café · chocolate negro</a:t>
            </a:r>
          </a:p>
        </p:txBody>
      </p:sp>
    </p:spTree>
    <p:extLst>
      <p:ext uri="{BB962C8B-B14F-4D97-AF65-F5344CB8AC3E}">
        <p14:creationId xmlns:p14="http://schemas.microsoft.com/office/powerpoint/2010/main" val="1877744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">
            <a:extLst xmlns:a="http://schemas.openxmlformats.org/drawingml/2006/main">
              <a:ext uri="{FF2B5EF4-FFF2-40B4-BE49-F238E27FC236}">
                <a16:creationId xmlns:a16="http://schemas.microsoft.com/office/drawing/2014/main" id="{BDBB3B08-CB2D-4FA5-A5DD-9A63CC5B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F09FB52C-C354-42C7-9761-17B1AE5A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09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2E2CFBD-DA6C-424F-87C3-D7C7FD4B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ARQUITECTURA DE PORTAFOLIO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73876B0-2341-45FA-9276-99EC43E1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704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Cada expresión ocupa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un lugar reconocible.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5026ac63e481f"/>
          <a:stretch xmlns:a="http://schemas.openxmlformats.org/drawingml/2006/main"/>
        </p:blipFill>
        <p:spPr>
          <a:xfrm xmlns:a="http://schemas.openxmlformats.org/drawingml/2006/main">
            <a:off x="742950" y="2984340"/>
            <a:ext cx="1809750" cy="2318070"/>
          </a:xfrm>
          <a:prstGeom xmlns:a="http://schemas.openxmlformats.org/drawingml/2006/main" prst="rect">
            <a:avLst/>
          </a:prstGeom>
        </p:spPr>
      </p:pic>
      <p:sp>
        <p:nvSpPr>
          <p:cNvPr id="6" name="age0">
            <a:extLst xmlns:a="http://schemas.openxmlformats.org/drawingml/2006/main">
              <a:ext uri="{FF2B5EF4-FFF2-40B4-BE49-F238E27FC236}">
                <a16:creationId xmlns:a16="http://schemas.microsoft.com/office/drawing/2014/main" id="{D39EE12B-092B-48FE-A667-29FB9EE7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0C0A"/>
                </a:solidFill>
              </a:defRPr>
            </a:pPr>
            <a:r>
              <a:rPr sz="1500" b="1" i="0">
                <a:solidFill>
                  <a:srgbClr val="100C0A"/>
                </a:solidFill>
              </a:rPr>
              <a:t>6</a:t>
            </a:r>
          </a:p>
        </p:txBody>
      </p:sp>
      <p:sp>
        <p:nvSpPr>
          <p:cNvPr id="7" name="tier0">
            <a:extLst xmlns:a="http://schemas.openxmlformats.org/drawingml/2006/main">
              <a:ext uri="{FF2B5EF4-FFF2-40B4-BE49-F238E27FC236}">
                <a16:creationId xmlns:a16="http://schemas.microsoft.com/office/drawing/2014/main" id="{30F02DA7-046A-4AA5-A1FE-737303F9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706862"/>
                </a:solidFill>
              </a:defRPr>
            </a:pPr>
            <a:r>
              <a:rPr sz="900" b="1" i="0">
                <a:solidFill>
                  <a:srgbClr val="706862"/>
                </a:solidFill>
              </a:rPr>
              <a:t>Entrada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a5ea4d83041c3"/>
          <a:stretch xmlns:a="http://schemas.openxmlformats.org/drawingml/2006/main"/>
        </p:blipFill>
        <p:spPr>
          <a:xfrm xmlns:a="http://schemas.openxmlformats.org/drawingml/2006/main">
            <a:off x="3505200" y="2984340"/>
            <a:ext cx="1809750" cy="2318070"/>
          </a:xfrm>
          <a:prstGeom xmlns:a="http://schemas.openxmlformats.org/drawingml/2006/main" prst="rect">
            <a:avLst/>
          </a:prstGeom>
        </p:spPr>
      </p:pic>
      <p:sp>
        <p:nvSpPr>
          <p:cNvPr id="9" name="age1">
            <a:extLst xmlns:a="http://schemas.openxmlformats.org/drawingml/2006/main">
              <a:ext uri="{FF2B5EF4-FFF2-40B4-BE49-F238E27FC236}">
                <a16:creationId xmlns:a16="http://schemas.microsoft.com/office/drawing/2014/main" id="{6900C7DA-7748-4013-8F1D-CA64FF9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4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0C0A"/>
                </a:solidFill>
              </a:defRPr>
            </a:pPr>
            <a:r>
              <a:rPr sz="1500" b="1" i="0">
                <a:solidFill>
                  <a:srgbClr val="100C0A"/>
                </a:solidFill>
              </a:rPr>
              <a:t>12</a:t>
            </a:r>
          </a:p>
        </p:txBody>
      </p:sp>
      <p:sp>
        <p:nvSpPr>
          <p:cNvPr id="10" name="tier1">
            <a:extLst xmlns:a="http://schemas.openxmlformats.org/drawingml/2006/main">
              <a:ext uri="{FF2B5EF4-FFF2-40B4-BE49-F238E27FC236}">
                <a16:creationId xmlns:a16="http://schemas.microsoft.com/office/drawing/2014/main" id="{513F7808-9911-4192-BADC-4D0F0B16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48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706862"/>
                </a:solidFill>
              </a:defRPr>
            </a:pPr>
            <a:r>
              <a:rPr sz="900" b="1" i="0">
                <a:solidFill>
                  <a:srgbClr val="706862"/>
                </a:solidFill>
              </a:rPr>
              <a:t>Premium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f7faf27764bef"/>
          <a:stretch xmlns:a="http://schemas.openxmlformats.org/drawingml/2006/main"/>
        </p:blipFill>
        <p:spPr>
          <a:xfrm xmlns:a="http://schemas.openxmlformats.org/drawingml/2006/main">
            <a:off x="6267450" y="2984340"/>
            <a:ext cx="1809750" cy="2318070"/>
          </a:xfrm>
          <a:prstGeom xmlns:a="http://schemas.openxmlformats.org/drawingml/2006/main" prst="rect">
            <a:avLst/>
          </a:prstGeom>
        </p:spPr>
      </p:pic>
      <p:sp>
        <p:nvSpPr>
          <p:cNvPr id="12" name="age2">
            <a:extLst xmlns:a="http://schemas.openxmlformats.org/drawingml/2006/main">
              <a:ext uri="{FF2B5EF4-FFF2-40B4-BE49-F238E27FC236}">
                <a16:creationId xmlns:a16="http://schemas.microsoft.com/office/drawing/2014/main" id="{E54245FE-FBF2-4E5D-A24B-ADDABD20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24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0C0A"/>
                </a:solidFill>
              </a:defRPr>
            </a:pPr>
            <a:r>
              <a:rPr sz="1500" b="1" i="0">
                <a:solidFill>
                  <a:srgbClr val="100C0A"/>
                </a:solidFill>
              </a:rPr>
              <a:t>18</a:t>
            </a:r>
          </a:p>
        </p:txBody>
      </p:sp>
      <p:sp>
        <p:nvSpPr>
          <p:cNvPr id="13" name="tier2">
            <a:extLst xmlns:a="http://schemas.openxmlformats.org/drawingml/2006/main">
              <a:ext uri="{FF2B5EF4-FFF2-40B4-BE49-F238E27FC236}">
                <a16:creationId xmlns:a16="http://schemas.microsoft.com/office/drawing/2014/main" id="{0AD2062F-1D22-4930-A533-A8DC5DBA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848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706862"/>
                </a:solidFill>
              </a:defRPr>
            </a:pPr>
            <a:r>
              <a:rPr sz="900" b="1" i="0">
                <a:solidFill>
                  <a:srgbClr val="706862"/>
                </a:solidFill>
              </a:rPr>
              <a:t>Súper-premium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6e84afbd24fea"/>
          <a:stretch xmlns:a="http://schemas.openxmlformats.org/drawingml/2006/main"/>
        </p:blipFill>
        <p:spPr>
          <a:xfrm xmlns:a="http://schemas.openxmlformats.org/drawingml/2006/main">
            <a:off x="9029700" y="2984340"/>
            <a:ext cx="1809750" cy="2318070"/>
          </a:xfrm>
          <a:prstGeom xmlns:a="http://schemas.openxmlformats.org/drawingml/2006/main" prst="rect">
            <a:avLst/>
          </a:prstGeom>
        </p:spPr>
      </p:pic>
      <p:sp>
        <p:nvSpPr>
          <p:cNvPr id="15" name="age3">
            <a:extLst xmlns:a="http://schemas.openxmlformats.org/drawingml/2006/main">
              <a:ext uri="{FF2B5EF4-FFF2-40B4-BE49-F238E27FC236}">
                <a16:creationId xmlns:a16="http://schemas.microsoft.com/office/drawing/2014/main" id="{00BE3B25-1C85-4AD7-AA36-78E92556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524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0C0A"/>
                </a:solidFill>
              </a:defRPr>
            </a:pPr>
            <a:r>
              <a:rPr sz="1500" b="1" i="0">
                <a:solidFill>
                  <a:srgbClr val="100C0A"/>
                </a:solidFill>
              </a:rPr>
              <a:t>21</a:t>
            </a:r>
          </a:p>
        </p:txBody>
      </p:sp>
      <p:sp>
        <p:nvSpPr>
          <p:cNvPr id="16" name="tier3">
            <a:extLst xmlns:a="http://schemas.openxmlformats.org/drawingml/2006/main">
              <a:ext uri="{FF2B5EF4-FFF2-40B4-BE49-F238E27FC236}">
                <a16:creationId xmlns:a16="http://schemas.microsoft.com/office/drawing/2014/main" id="{074252AE-AD4C-4941-A597-052CAFDE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848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706862"/>
                </a:solidFill>
              </a:defRPr>
            </a:pPr>
            <a:r>
              <a:rPr sz="900" b="1" i="0">
                <a:solidFill>
                  <a:srgbClr val="706862"/>
                </a:solidFill>
              </a:rPr>
              <a:t>Ultra-premium</a:t>
            </a:r>
          </a:p>
        </p:txBody>
      </p:sp>
      <p:sp>
        <p:nvSpPr>
          <p:cNvPr id="17" name="scale">
            <a:extLst xmlns:a="http://schemas.openxmlformats.org/drawingml/2006/main">
              <a:ext uri="{FF2B5EF4-FFF2-40B4-BE49-F238E27FC236}">
                <a16:creationId xmlns:a16="http://schemas.microsoft.com/office/drawing/2014/main" id="{89A18BC5-85A4-45BB-80B8-9E7F1936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76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437475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">
            <a:extLst xmlns:a="http://schemas.openxmlformats.org/drawingml/2006/main">
              <a:ext uri="{FF2B5EF4-FFF2-40B4-BE49-F238E27FC236}">
                <a16:creationId xmlns:a16="http://schemas.microsoft.com/office/drawing/2014/main" id="{B7EC1E57-11CF-4105-8CEB-7517999C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2C3ADE14-94B0-496C-A0F2-91262D79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10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0DFB4C4-526D-42A8-8B35-97D18720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14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Tres razones para creer.</a:t>
            </a:r>
          </a:p>
        </p:txBody>
      </p:sp>
      <p:sp>
        <p:nvSpPr>
          <p:cNvPr id="4" name="num0">
            <a:extLst xmlns:a="http://schemas.openxmlformats.org/drawingml/2006/main">
              <a:ext uri="{FF2B5EF4-FFF2-40B4-BE49-F238E27FC236}">
                <a16:creationId xmlns:a16="http://schemas.microsoft.com/office/drawing/2014/main" id="{BAC4FC7E-ACCF-4AAB-86CA-6D1CCFAF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88650"/>
                </a:solidFill>
              </a:defRPr>
            </a:pPr>
            <a:r>
              <a:rPr sz="1275" b="1" i="0">
                <a:solidFill>
                  <a:srgbClr val="A88650"/>
                </a:solidFill>
              </a:rPr>
              <a:t>01</a:t>
            </a:r>
          </a:p>
        </p:txBody>
      </p:sp>
      <p:sp>
        <p:nvSpPr>
          <p:cNvPr id="5" name="rule0">
            <a:extLst xmlns:a="http://schemas.openxmlformats.org/drawingml/2006/main">
              <a:ext uri="{FF2B5EF4-FFF2-40B4-BE49-F238E27FC236}">
                <a16:creationId xmlns:a16="http://schemas.microsoft.com/office/drawing/2014/main" id="{43C9EC78-A284-4BEB-88ED-E3C41AC2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ead0">
            <a:extLst xmlns:a="http://schemas.openxmlformats.org/drawingml/2006/main">
              <a:ext uri="{FF2B5EF4-FFF2-40B4-BE49-F238E27FC236}">
                <a16:creationId xmlns:a16="http://schemas.microsoft.com/office/drawing/2014/main" id="{02BFB59D-3CB3-401D-88C4-57EC61A0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0C0A"/>
                </a:solidFill>
              </a:defRPr>
            </a:pPr>
            <a:r>
              <a:rPr sz="2100" b="1" i="0">
                <a:solidFill>
                  <a:srgbClr val="100C0A"/>
                </a:solidFill>
              </a:rPr>
              <a:t>Origen vivo</a:t>
            </a:r>
          </a:p>
        </p:txBody>
      </p:sp>
      <p:sp>
        <p:nvSpPr>
          <p:cNvPr id="7" name="body0">
            <a:extLst xmlns:a="http://schemas.openxmlformats.org/drawingml/2006/main">
              <a:ext uri="{FF2B5EF4-FFF2-40B4-BE49-F238E27FC236}">
                <a16:creationId xmlns:a16="http://schemas.microsoft.com/office/drawing/2014/main" id="{4D0F8273-BFB2-4E49-9360-882E8223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Hacienda Altamira y una historia que comenzó en 1762.</a:t>
            </a:r>
          </a:p>
        </p:txBody>
      </p:sp>
      <p:sp>
        <p:nvSpPr>
          <p:cNvPr id="8" name="num1">
            <a:extLst xmlns:a="http://schemas.openxmlformats.org/drawingml/2006/main">
              <a:ext uri="{FF2B5EF4-FFF2-40B4-BE49-F238E27FC236}">
                <a16:creationId xmlns:a16="http://schemas.microsoft.com/office/drawing/2014/main" id="{0FC26272-CA89-4226-A0E1-BB932B77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955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88650"/>
                </a:solidFill>
              </a:defRPr>
            </a:pPr>
            <a:r>
              <a:rPr sz="1275" b="1" i="0">
                <a:solidFill>
                  <a:srgbClr val="A88650"/>
                </a:solidFill>
              </a:rPr>
              <a:t>02</a:t>
            </a:r>
          </a:p>
        </p:txBody>
      </p:sp>
      <p:sp>
        <p:nvSpPr>
          <p:cNvPr id="9" name="rule1">
            <a:extLst xmlns:a="http://schemas.openxmlformats.org/drawingml/2006/main">
              <a:ext uri="{FF2B5EF4-FFF2-40B4-BE49-F238E27FC236}">
                <a16:creationId xmlns:a16="http://schemas.microsoft.com/office/drawing/2014/main" id="{1F9187FF-F667-42AA-AFBD-D9CE1376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4B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1">
            <a:extLst xmlns:a="http://schemas.openxmlformats.org/drawingml/2006/main">
              <a:ext uri="{FF2B5EF4-FFF2-40B4-BE49-F238E27FC236}">
                <a16:creationId xmlns:a16="http://schemas.microsoft.com/office/drawing/2014/main" id="{E35587DE-464F-4C9B-8D9C-E6764D8F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33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0C0A"/>
                </a:solidFill>
              </a:defRPr>
            </a:pPr>
            <a:r>
              <a:rPr sz="2100" b="1" i="0">
                <a:solidFill>
                  <a:srgbClr val="100C0A"/>
                </a:solidFill>
              </a:rPr>
              <a:t>Clima que transforma</a:t>
            </a:r>
          </a:p>
        </p:txBody>
      </p:sp>
      <p:sp>
        <p:nvSpPr>
          <p:cNvPr id="11" name="body1">
            <a:extLst xmlns:a="http://schemas.openxmlformats.org/drawingml/2006/main">
              <a:ext uri="{FF2B5EF4-FFF2-40B4-BE49-F238E27FC236}">
                <a16:creationId xmlns:a16="http://schemas.microsoft.com/office/drawing/2014/main" id="{E921638A-1A18-4235-BEA3-DBCC5071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433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Calor y humedad aceleran el diálogo entre ron y madera.</a:t>
            </a:r>
          </a:p>
        </p:txBody>
      </p:sp>
      <p:sp>
        <p:nvSpPr>
          <p:cNvPr id="12" name="num2">
            <a:extLst xmlns:a="http://schemas.openxmlformats.org/drawingml/2006/main">
              <a:ext uri="{FF2B5EF4-FFF2-40B4-BE49-F238E27FC236}">
                <a16:creationId xmlns:a16="http://schemas.microsoft.com/office/drawing/2014/main" id="{29CC981A-730A-4EC4-9E8E-11C4F4AF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88650"/>
                </a:solidFill>
              </a:defRPr>
            </a:pPr>
            <a:r>
              <a:rPr sz="1275" b="1" i="0">
                <a:solidFill>
                  <a:srgbClr val="A88650"/>
                </a:solidFill>
              </a:rPr>
              <a:t>03</a:t>
            </a:r>
          </a:p>
        </p:txBody>
      </p:sp>
      <p:sp>
        <p:nvSpPr>
          <p:cNvPr id="13" name="rule2">
            <a:extLst xmlns:a="http://schemas.openxmlformats.org/drawingml/2006/main">
              <a:ext uri="{FF2B5EF4-FFF2-40B4-BE49-F238E27FC236}">
                <a16:creationId xmlns:a16="http://schemas.microsoft.com/office/drawing/2014/main" id="{BE0FBACC-69A7-4449-BE3B-3D2D7AA6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289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ead2">
            <a:extLst xmlns:a="http://schemas.openxmlformats.org/drawingml/2006/main">
              <a:ext uri="{FF2B5EF4-FFF2-40B4-BE49-F238E27FC236}">
                <a16:creationId xmlns:a16="http://schemas.microsoft.com/office/drawing/2014/main" id="{179C854A-0801-4278-9C81-16DF65D3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33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0C0A"/>
                </a:solidFill>
              </a:defRPr>
            </a:pPr>
            <a:r>
              <a:rPr sz="2100" b="1" i="0">
                <a:solidFill>
                  <a:srgbClr val="100C0A"/>
                </a:solidFill>
              </a:rPr>
              <a:t>Maestría de mezcla</a:t>
            </a:r>
          </a:p>
        </p:txBody>
      </p:sp>
      <p:sp>
        <p:nvSpPr>
          <p:cNvPr id="15" name="body2">
            <a:extLst xmlns:a="http://schemas.openxmlformats.org/drawingml/2006/main">
              <a:ext uri="{FF2B5EF4-FFF2-40B4-BE49-F238E27FC236}">
                <a16:creationId xmlns:a16="http://schemas.microsoft.com/office/drawing/2014/main" id="{0BFC935A-EEB2-4C3F-BC69-54A265D8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433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Selección y criterio convierten complejidad en equilibrio.</a:t>
            </a:r>
          </a:p>
        </p:txBody>
      </p:sp>
    </p:spTree>
    <p:extLst>
      <p:ext uri="{BB962C8B-B14F-4D97-AF65-F5344CB8AC3E}">
        <p14:creationId xmlns:p14="http://schemas.microsoft.com/office/powerpoint/2010/main" val="5466157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E5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B5CE1BB8-B47F-42F5-B19B-667E308B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B0A234AF-5048-4334-88A7-45A58E6B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11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d0ca0884049cf"/>
          <a:srcRect xmlns:a="http://schemas.openxmlformats.org/drawingml/2006/main" l="7265" t="0" r="72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895350"/>
            <a:ext cx="3810000" cy="5143500"/>
          </a:xfrm>
          <a:prstGeom xmlns:a="http://schemas.openxmlformats.org/drawingml/2006/main" prst="rect">
            <a:avLst/>
          </a:prstGeom>
        </p:spPr>
      </p:pic>
      <p:sp>
        <p:nvSpPr>
          <p:cNvPr id="4" name="quote">
            <a:extLst xmlns:a="http://schemas.openxmlformats.org/drawingml/2006/main">
              <a:ext uri="{FF2B5EF4-FFF2-40B4-BE49-F238E27FC236}">
                <a16:creationId xmlns:a16="http://schemas.microsoft.com/office/drawing/2014/main" id="{CE41DAE8-9859-4359-950E-2423AF24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66850"/>
            <a:ext cx="5715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00C0A"/>
                </a:solidFill>
              </a:defRPr>
            </a:pPr>
            <a:r>
              <a:rPr sz="3375" b="1" i="0">
                <a:solidFill>
                  <a:srgbClr val="100C0A"/>
                </a:solidFill>
              </a:rPr>
              <a:t>“La sofisticación se demuestra en el criterio, no en el exceso.”</a:t>
            </a:r>
          </a:p>
        </p:txBody>
      </p:sp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6EBE88BB-DEB3-4B7E-953A-1085AB57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052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">
            <a:extLst xmlns:a="http://schemas.openxmlformats.org/drawingml/2006/main">
              <a:ext uri="{FF2B5EF4-FFF2-40B4-BE49-F238E27FC236}">
                <a16:creationId xmlns:a16="http://schemas.microsoft.com/office/drawing/2014/main" id="{45BB221F-A0A5-4069-9B19-7D6E5681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8650"/>
                </a:solidFill>
              </a:defRPr>
            </a:pPr>
            <a:r>
              <a:rPr sz="975" b="1" i="0">
                <a:solidFill>
                  <a:srgbClr val="A88650"/>
                </a:solidFill>
              </a:rPr>
              <a:t>PRINCIPIO DE COMUNICACIÓN</a:t>
            </a:r>
          </a:p>
        </p:txBody>
      </p:sp>
      <p:sp>
        <p:nvSpPr>
          <p:cNvPr id="7" name="usage">
            <a:extLst xmlns:a="http://schemas.openxmlformats.org/drawingml/2006/main">
              <a:ext uri="{FF2B5EF4-FFF2-40B4-BE49-F238E27FC236}">
                <a16:creationId xmlns:a16="http://schemas.microsoft.com/office/drawing/2014/main" id="{ED55E32F-9606-43C0-82E9-6E4EC80F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387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06862"/>
                </a:solidFill>
              </a:defRPr>
            </a:pPr>
            <a:r>
              <a:rPr sz="1350" b="0" i="0">
                <a:solidFill>
                  <a:srgbClr val="706862"/>
                </a:solidFill>
              </a:rPr>
              <a:t>Ideal para manifiestos, testimonios y citas que necesitan peso editorial.</a:t>
            </a:r>
          </a:p>
        </p:txBody>
      </p:sp>
    </p:spTree>
    <p:extLst>
      <p:ext uri="{BB962C8B-B14F-4D97-AF65-F5344CB8AC3E}">
        <p14:creationId xmlns:p14="http://schemas.microsoft.com/office/powerpoint/2010/main" val="9047620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A64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rand">
            <a:extLst xmlns:a="http://schemas.openxmlformats.org/drawingml/2006/main">
              <a:ext uri="{FF2B5EF4-FFF2-40B4-BE49-F238E27FC236}">
                <a16:creationId xmlns:a16="http://schemas.microsoft.com/office/drawing/2014/main" id="{AEE531D7-BEE0-4E0C-B2F7-F929C663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E3233298-B140-4FC8-8438-BF603644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FFFFFF">
                    <a:alpha val="43922"/>
                  </a:srgbClr>
                </a:solidFill>
              </a:defRPr>
            </a:pPr>
            <a:r>
              <a:rPr sz="750" b="0" i="0">
                <a:solidFill>
                  <a:srgbClr val="FFFFFF">
                    <a:alpha val="43922"/>
                  </a:srgbClr>
                </a:solidFill>
              </a:rPr>
              <a:t>12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ED6F9AC-6605-4BD6-B97E-EF498C4F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RESULTADOS / INDICADORES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58EA185-B0BA-4631-956E-2846FC86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647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3EEE6"/>
                </a:solidFill>
              </a:defRPr>
            </a:pPr>
            <a:r>
              <a:rPr sz="3750" b="1" i="0">
                <a:solidFill>
                  <a:srgbClr val="F3EEE6"/>
                </a:solidFill>
              </a:rPr>
              <a:t>Los datos necesitan</a:t>
            </a:r>
          </a:p>
          <a:p xmlns:a="http://schemas.openxmlformats.org/drawingml/2006/main">
            <a:pPr algn="l">
              <a:defRPr sz="3750" b="1" i="0">
                <a:solidFill>
                  <a:srgbClr val="F3EEE6"/>
                </a:solidFill>
              </a:defRPr>
            </a:pPr>
            <a:r>
              <a:rPr sz="3750" b="1" i="0">
                <a:solidFill>
                  <a:srgbClr val="F3EEE6"/>
                </a:solidFill>
              </a:rPr>
              <a:t>una lectura clara.</a:t>
            </a:r>
          </a:p>
        </p:txBody>
      </p:sp>
      <p:sp>
        <p:nvSpPr>
          <p:cNvPr id="5" name="v0">
            <a:extLst xmlns:a="http://schemas.openxmlformats.org/drawingml/2006/main">
              <a:ext uri="{FF2B5EF4-FFF2-40B4-BE49-F238E27FC236}">
                <a16:creationId xmlns:a16="http://schemas.microsoft.com/office/drawing/2014/main" id="{311C898C-112E-44F3-8E0B-CD569B32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F3EEE6"/>
                </a:solidFill>
              </a:defRPr>
            </a:pPr>
            <a:r>
              <a:rPr sz="5250" b="1" i="0">
                <a:solidFill>
                  <a:srgbClr val="F3EEE6"/>
                </a:solidFill>
              </a:rPr>
              <a:t>01</a:t>
            </a:r>
          </a:p>
        </p:txBody>
      </p:sp>
      <p:sp>
        <p:nvSpPr>
          <p:cNvPr id="6" name="l0">
            <a:extLst xmlns:a="http://schemas.openxmlformats.org/drawingml/2006/main">
              <a:ext uri="{FF2B5EF4-FFF2-40B4-BE49-F238E27FC236}">
                <a16:creationId xmlns:a16="http://schemas.microsoft.com/office/drawing/2014/main" id="{71A2EC73-1DC5-4A4A-9E81-73D09B67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3EEE6"/>
                </a:solidFill>
              </a:defRPr>
            </a:pPr>
            <a:r>
              <a:rPr sz="1275" b="1" i="0">
                <a:solidFill>
                  <a:srgbClr val="F3EEE6"/>
                </a:solidFill>
              </a:rPr>
              <a:t>Indicador principal</a:t>
            </a:r>
          </a:p>
        </p:txBody>
      </p:sp>
      <p:sp>
        <p:nvSpPr>
          <p:cNvPr id="7" name="r0">
            <a:extLst xmlns:a="http://schemas.openxmlformats.org/drawingml/2006/main">
              <a:ext uri="{FF2B5EF4-FFF2-40B4-BE49-F238E27FC236}">
                <a16:creationId xmlns:a16="http://schemas.microsoft.com/office/drawing/2014/main" id="{5AD4C543-258A-4480-A2D8-53AB8B02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v1">
            <a:extLst xmlns:a="http://schemas.openxmlformats.org/drawingml/2006/main">
              <a:ext uri="{FF2B5EF4-FFF2-40B4-BE49-F238E27FC236}">
                <a16:creationId xmlns:a16="http://schemas.microsoft.com/office/drawing/2014/main" id="{FABB9358-3463-4114-BEFF-A20055F5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195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F3EEE6"/>
                </a:solidFill>
              </a:defRPr>
            </a:pPr>
            <a:r>
              <a:rPr sz="5250" b="1" i="0">
                <a:solidFill>
                  <a:srgbClr val="F3EEE6"/>
                </a:solidFill>
              </a:rPr>
              <a:t>02</a:t>
            </a:r>
          </a:p>
        </p:txBody>
      </p:sp>
      <p:sp>
        <p:nvSpPr>
          <p:cNvPr id="9" name="l1">
            <a:extLst xmlns:a="http://schemas.openxmlformats.org/drawingml/2006/main">
              <a:ext uri="{FF2B5EF4-FFF2-40B4-BE49-F238E27FC236}">
                <a16:creationId xmlns:a16="http://schemas.microsoft.com/office/drawing/2014/main" id="{E5D04741-D088-446C-9921-8EE7BA21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67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3EEE6"/>
                </a:solidFill>
              </a:defRPr>
            </a:pPr>
            <a:r>
              <a:rPr sz="1275" b="1" i="0">
                <a:solidFill>
                  <a:srgbClr val="F3EEE6"/>
                </a:solidFill>
              </a:rPr>
              <a:t>Indicador de apoyo</a:t>
            </a:r>
          </a:p>
        </p:txBody>
      </p:sp>
      <p:sp>
        <p:nvSpPr>
          <p:cNvPr id="10" name="r1">
            <a:extLst xmlns:a="http://schemas.openxmlformats.org/drawingml/2006/main">
              <a:ext uri="{FF2B5EF4-FFF2-40B4-BE49-F238E27FC236}">
                <a16:creationId xmlns:a16="http://schemas.microsoft.com/office/drawing/2014/main" id="{49657BFC-B336-4921-9272-9B85C53D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257800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v2">
            <a:extLst xmlns:a="http://schemas.openxmlformats.org/drawingml/2006/main">
              <a:ext uri="{FF2B5EF4-FFF2-40B4-BE49-F238E27FC236}">
                <a16:creationId xmlns:a16="http://schemas.microsoft.com/office/drawing/2014/main" id="{62FFE014-F884-44A2-8AB0-0224E8B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195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F3EEE6"/>
                </a:solidFill>
              </a:defRPr>
            </a:pPr>
            <a:r>
              <a:rPr sz="5250" b="1" i="0">
                <a:solidFill>
                  <a:srgbClr val="F3EEE6"/>
                </a:solidFill>
              </a:rPr>
              <a:t>03</a:t>
            </a:r>
          </a:p>
        </p:txBody>
      </p:sp>
      <p:sp>
        <p:nvSpPr>
          <p:cNvPr id="12" name="l2">
            <a:extLst xmlns:a="http://schemas.openxmlformats.org/drawingml/2006/main">
              <a:ext uri="{FF2B5EF4-FFF2-40B4-BE49-F238E27FC236}">
                <a16:creationId xmlns:a16="http://schemas.microsoft.com/office/drawing/2014/main" id="{C81E8462-3CD0-4B22-918C-6E47AE41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3EEE6"/>
                </a:solidFill>
              </a:defRPr>
            </a:pPr>
            <a:r>
              <a:rPr sz="1275" b="1" i="0">
                <a:solidFill>
                  <a:srgbClr val="F3EEE6"/>
                </a:solidFill>
              </a:rPr>
              <a:t>Señal de avance</a:t>
            </a:r>
          </a:p>
        </p:txBody>
      </p:sp>
      <p:sp>
        <p:nvSpPr>
          <p:cNvPr id="13" name="r2">
            <a:extLst xmlns:a="http://schemas.openxmlformats.org/drawingml/2006/main">
              <a:ext uri="{FF2B5EF4-FFF2-40B4-BE49-F238E27FC236}">
                <a16:creationId xmlns:a16="http://schemas.microsoft.com/office/drawing/2014/main" id="{6D483E15-1120-4084-836E-0348E52F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57800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590935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rand">
            <a:extLst xmlns:a="http://schemas.openxmlformats.org/drawingml/2006/main">
              <a:ext uri="{FF2B5EF4-FFF2-40B4-BE49-F238E27FC236}">
                <a16:creationId xmlns:a16="http://schemas.microsoft.com/office/drawing/2014/main" id="{4F765269-6D8E-4E54-A4A3-EE824ECC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CF47B4C-EC0D-4818-B69F-531DF6F3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58B3D23-23D2-4C29-9749-20785852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GRÁFICO EDITABLE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DC169B-A31C-4F31-AA59-8D358691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00C0A"/>
                </a:solidFill>
              </a:defRPr>
            </a:pPr>
            <a:r>
              <a:rPr sz="3450" b="1" i="0">
                <a:solidFill>
                  <a:srgbClr val="100C0A"/>
                </a:solidFill>
              </a:rPr>
              <a:t>La evolución se entiende</a:t>
            </a:r>
          </a:p>
          <a:p xmlns:a="http://schemas.openxmlformats.org/drawingml/2006/main">
            <a:pPr algn="l">
              <a:defRPr sz="3450" b="1" i="0">
                <a:solidFill>
                  <a:srgbClr val="100C0A"/>
                </a:solidFill>
              </a:defRPr>
            </a:pPr>
            <a:r>
              <a:rPr sz="3450" b="1" i="0">
                <a:solidFill>
                  <a:srgbClr val="100C0A"/>
                </a:solidFill>
              </a:rPr>
              <a:t>de un vistazo.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A29D1B1-E7CA-4CF4-BC89-E7C49BE6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06862"/>
                </a:solidFill>
              </a:defRPr>
            </a:pPr>
            <a:r>
              <a:rPr sz="1350" b="0" i="0">
                <a:solidFill>
                  <a:srgbClr val="706862"/>
                </a:solidFill>
              </a:rPr>
              <a:t>Reemplace categorías y valores. Use el dorado para la señal principal y el gris para la referencia.</a:t>
            </a:r>
          </a:p>
        </p:txBody>
      </p:sp>
      <p:sp>
        <p:nvSpPr>
          <p:cNvPr id="6" name="axis">
            <a:extLst xmlns:a="http://schemas.openxmlformats.org/drawingml/2006/main">
              <a:ext uri="{FF2B5EF4-FFF2-40B4-BE49-F238E27FC236}">
                <a16:creationId xmlns:a16="http://schemas.microsoft.com/office/drawing/2014/main" id="{CECEA9E5-B1D6-48DB-8450-0F9FA75F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292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ar-a-0">
            <a:extLst xmlns:a="http://schemas.openxmlformats.org/drawingml/2006/main">
              <a:ext uri="{FF2B5EF4-FFF2-40B4-BE49-F238E27FC236}">
                <a16:creationId xmlns:a16="http://schemas.microsoft.com/office/drawing/2014/main" id="{DF0F0392-FDF4-45C1-B0F2-E5091881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00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ar-b-0">
            <a:extLst xmlns:a="http://schemas.openxmlformats.org/drawingml/2006/main">
              <a:ext uri="{FF2B5EF4-FFF2-40B4-BE49-F238E27FC236}">
                <a16:creationId xmlns:a16="http://schemas.microsoft.com/office/drawing/2014/main" id="{D2B90E9C-0B08-4948-BB6E-A88C79F6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81450"/>
            <a:ext cx="4000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t-0">
            <a:extLst xmlns:a="http://schemas.openxmlformats.org/drawingml/2006/main">
              <a:ext uri="{FF2B5EF4-FFF2-40B4-BE49-F238E27FC236}">
                <a16:creationId xmlns:a16="http://schemas.microsoft.com/office/drawing/2014/main" id="{EED4A600-F44E-427A-87BE-AA6F7CB6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816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706862"/>
                </a:solidFill>
              </a:defRPr>
            </a:pPr>
            <a:r>
              <a:rPr sz="1050" b="1" i="0">
                <a:solidFill>
                  <a:srgbClr val="706862"/>
                </a:solidFill>
              </a:rPr>
              <a:t>T1</a:t>
            </a:r>
          </a:p>
        </p:txBody>
      </p:sp>
      <p:sp>
        <p:nvSpPr>
          <p:cNvPr id="10" name="val-0">
            <a:extLst xmlns:a="http://schemas.openxmlformats.org/drawingml/2006/main">
              <a:ext uri="{FF2B5EF4-FFF2-40B4-BE49-F238E27FC236}">
                <a16:creationId xmlns:a16="http://schemas.microsoft.com/office/drawing/2014/main" id="{58AB27A6-4E25-4002-8825-DEE64E30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42</a:t>
            </a:r>
          </a:p>
        </p:txBody>
      </p:sp>
      <p:sp>
        <p:nvSpPr>
          <p:cNvPr id="11" name="bar-a-1">
            <a:extLst xmlns:a="http://schemas.openxmlformats.org/drawingml/2006/main">
              <a:ext uri="{FF2B5EF4-FFF2-40B4-BE49-F238E27FC236}">
                <a16:creationId xmlns:a16="http://schemas.microsoft.com/office/drawing/2014/main" id="{1A1D6EC1-0615-428D-93AB-CB562CDD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33750"/>
            <a:ext cx="4000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ar-b-1">
            <a:extLst xmlns:a="http://schemas.openxmlformats.org/drawingml/2006/main">
              <a:ext uri="{FF2B5EF4-FFF2-40B4-BE49-F238E27FC236}">
                <a16:creationId xmlns:a16="http://schemas.microsoft.com/office/drawing/2014/main" id="{1377B315-5416-46C3-8B58-22CD2D51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52850"/>
            <a:ext cx="400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t-1">
            <a:extLst xmlns:a="http://schemas.openxmlformats.org/drawingml/2006/main">
              <a:ext uri="{FF2B5EF4-FFF2-40B4-BE49-F238E27FC236}">
                <a16:creationId xmlns:a16="http://schemas.microsoft.com/office/drawing/2014/main" id="{889C41D3-B43F-4D50-B64B-D5DF6D9D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5816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706862"/>
                </a:solidFill>
              </a:defRPr>
            </a:pPr>
            <a:r>
              <a:rPr sz="1050" b="1" i="0">
                <a:solidFill>
                  <a:srgbClr val="706862"/>
                </a:solidFill>
              </a:rPr>
              <a:t>T2</a:t>
            </a:r>
          </a:p>
        </p:txBody>
      </p:sp>
      <p:sp>
        <p:nvSpPr>
          <p:cNvPr id="14" name="val-1">
            <a:extLst xmlns:a="http://schemas.openxmlformats.org/drawingml/2006/main">
              <a:ext uri="{FF2B5EF4-FFF2-40B4-BE49-F238E27FC236}">
                <a16:creationId xmlns:a16="http://schemas.microsoft.com/office/drawing/2014/main" id="{5FF938F2-4366-409D-9DCF-268FFC0E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55</a:t>
            </a:r>
          </a:p>
        </p:txBody>
      </p:sp>
      <p:sp>
        <p:nvSpPr>
          <p:cNvPr id="15" name="bar-a-2">
            <a:extLst xmlns:a="http://schemas.openxmlformats.org/drawingml/2006/main">
              <a:ext uri="{FF2B5EF4-FFF2-40B4-BE49-F238E27FC236}">
                <a16:creationId xmlns:a16="http://schemas.microsoft.com/office/drawing/2014/main" id="{4F04FDC5-42C9-4A96-9100-CC822FB0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bar-b-2">
            <a:extLst xmlns:a="http://schemas.openxmlformats.org/drawingml/2006/main">
              <a:ext uri="{FF2B5EF4-FFF2-40B4-BE49-F238E27FC236}">
                <a16:creationId xmlns:a16="http://schemas.microsoft.com/office/drawing/2014/main" id="{5588CD35-95E3-4D1A-B555-3C8AA07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4000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t-2">
            <a:extLst xmlns:a="http://schemas.openxmlformats.org/drawingml/2006/main">
              <a:ext uri="{FF2B5EF4-FFF2-40B4-BE49-F238E27FC236}">
                <a16:creationId xmlns:a16="http://schemas.microsoft.com/office/drawing/2014/main" id="{A77D65B9-715C-491D-BC49-83EC0562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5816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706862"/>
                </a:solidFill>
              </a:defRPr>
            </a:pPr>
            <a:r>
              <a:rPr sz="1050" b="1" i="0">
                <a:solidFill>
                  <a:srgbClr val="706862"/>
                </a:solidFill>
              </a:rPr>
              <a:t>T3</a:t>
            </a:r>
          </a:p>
        </p:txBody>
      </p:sp>
      <p:sp>
        <p:nvSpPr>
          <p:cNvPr id="18" name="val-2">
            <a:extLst xmlns:a="http://schemas.openxmlformats.org/drawingml/2006/main">
              <a:ext uri="{FF2B5EF4-FFF2-40B4-BE49-F238E27FC236}">
                <a16:creationId xmlns:a16="http://schemas.microsoft.com/office/drawing/2014/main" id="{FF5162F1-DCA2-4497-A171-E4A55DD8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479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66</a:t>
            </a:r>
          </a:p>
        </p:txBody>
      </p:sp>
      <p:sp>
        <p:nvSpPr>
          <p:cNvPr id="19" name="bar-a-3">
            <a:extLst xmlns:a="http://schemas.openxmlformats.org/drawingml/2006/main">
              <a:ext uri="{FF2B5EF4-FFF2-40B4-BE49-F238E27FC236}">
                <a16:creationId xmlns:a16="http://schemas.microsoft.com/office/drawing/2014/main" id="{FA661FD4-A260-4B4F-B02C-3CEF9E79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05050"/>
            <a:ext cx="400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ar-b-3">
            <a:extLst xmlns:a="http://schemas.openxmlformats.org/drawingml/2006/main">
              <a:ext uri="{FF2B5EF4-FFF2-40B4-BE49-F238E27FC236}">
                <a16:creationId xmlns:a16="http://schemas.microsoft.com/office/drawing/2014/main" id="{E691009D-F476-498A-990E-9FDB4FC6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219450"/>
            <a:ext cx="4000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t-3">
            <a:extLst xmlns:a="http://schemas.openxmlformats.org/drawingml/2006/main">
              <a:ext uri="{FF2B5EF4-FFF2-40B4-BE49-F238E27FC236}">
                <a16:creationId xmlns:a16="http://schemas.microsoft.com/office/drawing/2014/main" id="{16807F24-CFD3-4B6A-BEDB-A47CB085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5816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706862"/>
                </a:solidFill>
              </a:defRPr>
            </a:pPr>
            <a:r>
              <a:rPr sz="1050" b="1" i="0">
                <a:solidFill>
                  <a:srgbClr val="706862"/>
                </a:solidFill>
              </a:rPr>
              <a:t>T4</a:t>
            </a:r>
          </a:p>
        </p:txBody>
      </p:sp>
      <p:sp>
        <p:nvSpPr>
          <p:cNvPr id="22" name="val-3">
            <a:extLst xmlns:a="http://schemas.openxmlformats.org/drawingml/2006/main">
              <a:ext uri="{FF2B5EF4-FFF2-40B4-BE49-F238E27FC236}">
                <a16:creationId xmlns:a16="http://schemas.microsoft.com/office/drawing/2014/main" id="{504BCAA6-3A1C-4687-B03F-AA70ECC5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38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82</a:t>
            </a:r>
          </a:p>
        </p:txBody>
      </p:sp>
      <p:sp>
        <p:nvSpPr>
          <p:cNvPr id="23" name="legend-a">
            <a:extLst xmlns:a="http://schemas.openxmlformats.org/drawingml/2006/main">
              <a:ext uri="{FF2B5EF4-FFF2-40B4-BE49-F238E27FC236}">
                <a16:creationId xmlns:a16="http://schemas.microsoft.com/office/drawing/2014/main" id="{73D8E65C-63D6-4BAC-8AE6-2702D1E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MARCA</a:t>
            </a:r>
          </a:p>
        </p:txBody>
      </p:sp>
      <p:sp>
        <p:nvSpPr>
          <p:cNvPr id="24" name="legend-b">
            <a:extLst xmlns:a="http://schemas.openxmlformats.org/drawingml/2006/main">
              <a:ext uri="{FF2B5EF4-FFF2-40B4-BE49-F238E27FC236}">
                <a16:creationId xmlns:a16="http://schemas.microsoft.com/office/drawing/2014/main" id="{03027FA1-B2CD-4D11-8154-7FEF6417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43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706862"/>
                </a:solidFill>
              </a:defRPr>
            </a:pPr>
            <a:r>
              <a:rPr sz="825" b="1" i="0">
                <a:solidFill>
                  <a:srgbClr val="706862"/>
                </a:solidFill>
              </a:rPr>
              <a:t>REFERENCIA</a:t>
            </a:r>
          </a:p>
        </p:txBody>
      </p:sp>
    </p:spTree>
    <p:extLst>
      <p:ext uri="{BB962C8B-B14F-4D97-AF65-F5344CB8AC3E}">
        <p14:creationId xmlns:p14="http://schemas.microsoft.com/office/powerpoint/2010/main" val="10419257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4010F7E9-220F-4E90-B16F-625CD36E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B18C06DE-5A6B-49C1-9F3A-39BA485C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14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CEF0C8-FDE5-43DB-BA33-D230922D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Dos caminos.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Una decisión.</a:t>
            </a:r>
          </a:p>
        </p:txBody>
      </p:sp>
      <p:sp>
        <p:nvSpPr>
          <p:cNvPr id="4" name="col0">
            <a:extLst xmlns:a="http://schemas.openxmlformats.org/drawingml/2006/main">
              <a:ext uri="{FF2B5EF4-FFF2-40B4-BE49-F238E27FC236}">
                <a16:creationId xmlns:a16="http://schemas.microsoft.com/office/drawing/2014/main" id="{CD8F017B-0565-4E33-BA64-A239A717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8577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ab0">
            <a:extLst xmlns:a="http://schemas.openxmlformats.org/drawingml/2006/main">
              <a:ext uri="{FF2B5EF4-FFF2-40B4-BE49-F238E27FC236}">
                <a16:creationId xmlns:a16="http://schemas.microsoft.com/office/drawing/2014/main" id="{BBF603A9-2642-4A6B-BADB-B52AD71A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D5B879"/>
                </a:solidFill>
              </a:defRPr>
            </a:pPr>
            <a:r>
              <a:rPr sz="900" b="1" i="0">
                <a:solidFill>
                  <a:srgbClr val="D5B879"/>
                </a:solidFill>
              </a:rPr>
              <a:t>OPCIÓN A</a:t>
            </a:r>
          </a:p>
        </p:txBody>
      </p:sp>
      <p:sp>
        <p:nvSpPr>
          <p:cNvPr id="6" name="head0">
            <a:extLst xmlns:a="http://schemas.openxmlformats.org/drawingml/2006/main">
              <a:ext uri="{FF2B5EF4-FFF2-40B4-BE49-F238E27FC236}">
                <a16:creationId xmlns:a16="http://schemas.microsoft.com/office/drawing/2014/main" id="{9702E458-F6B3-4AC5-9B9C-BA8147FE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3EEE6"/>
                </a:solidFill>
              </a:defRPr>
            </a:pPr>
            <a:r>
              <a:rPr sz="2550" b="1" i="0">
                <a:solidFill>
                  <a:srgbClr val="F3EEE6"/>
                </a:solidFill>
              </a:rPr>
              <a:t>Profundizar</a:t>
            </a:r>
          </a:p>
        </p:txBody>
      </p:sp>
      <p:sp>
        <p:nvSpPr>
          <p:cNvPr id="7" name="copy0">
            <a:extLst xmlns:a="http://schemas.openxmlformats.org/drawingml/2006/main">
              <a:ext uri="{FF2B5EF4-FFF2-40B4-BE49-F238E27FC236}">
                <a16:creationId xmlns:a16="http://schemas.microsoft.com/office/drawing/2014/main" id="{C18C9295-168A-41A9-8BDE-673E2D1A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481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>
                    <a:alpha val="65882"/>
                  </a:srgbClr>
                </a:solidFill>
              </a:defRPr>
            </a:pPr>
            <a:r>
              <a:rPr sz="1350" b="0" i="0">
                <a:solidFill>
                  <a:srgbClr val="FFFFFF">
                    <a:alpha val="65882"/>
                  </a:srgbClr>
                </a:solidFill>
              </a:rPr>
              <a:t>Concentrar inversión en los territorios de mayor autoridad y valor percibido.</a:t>
            </a:r>
          </a:p>
        </p:txBody>
      </p:sp>
      <p:sp>
        <p:nvSpPr>
          <p:cNvPr id="8" name="col1">
            <a:extLst xmlns:a="http://schemas.openxmlformats.org/drawingml/2006/main">
              <a:ext uri="{FF2B5EF4-FFF2-40B4-BE49-F238E27FC236}">
                <a16:creationId xmlns:a16="http://schemas.microsoft.com/office/drawing/2014/main" id="{836C586D-315F-4BBD-9010-ED2206ED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8577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ab1">
            <a:extLst xmlns:a="http://schemas.openxmlformats.org/drawingml/2006/main">
              <a:ext uri="{FF2B5EF4-FFF2-40B4-BE49-F238E27FC236}">
                <a16:creationId xmlns:a16="http://schemas.microsoft.com/office/drawing/2014/main" id="{C938C9DB-78FD-4C64-99BA-011DFADB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00C0A"/>
                </a:solidFill>
              </a:defRPr>
            </a:pPr>
            <a:r>
              <a:rPr sz="900" b="1" i="0">
                <a:solidFill>
                  <a:srgbClr val="100C0A"/>
                </a:solidFill>
              </a:rPr>
              <a:t>OPCIÓN B</a:t>
            </a:r>
          </a:p>
        </p:txBody>
      </p:sp>
      <p:sp>
        <p:nvSpPr>
          <p:cNvPr id="10" name="head1">
            <a:extLst xmlns:a="http://schemas.openxmlformats.org/drawingml/2006/main">
              <a:ext uri="{FF2B5EF4-FFF2-40B4-BE49-F238E27FC236}">
                <a16:creationId xmlns:a16="http://schemas.microsoft.com/office/drawing/2014/main" id="{F66333A9-B513-446C-942A-37CB5DB3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909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0C0A"/>
                </a:solidFill>
              </a:defRPr>
            </a:pPr>
            <a:r>
              <a:rPr sz="2550" b="1" i="0">
                <a:solidFill>
                  <a:srgbClr val="100C0A"/>
                </a:solidFill>
              </a:rPr>
              <a:t>Expandir</a:t>
            </a:r>
          </a:p>
        </p:txBody>
      </p:sp>
      <p:sp>
        <p:nvSpPr>
          <p:cNvPr id="11" name="copy1">
            <a:extLst xmlns:a="http://schemas.openxmlformats.org/drawingml/2006/main">
              <a:ext uri="{FF2B5EF4-FFF2-40B4-BE49-F238E27FC236}">
                <a16:creationId xmlns:a16="http://schemas.microsoft.com/office/drawing/2014/main" id="{A79A7C30-4E1E-4518-8AEF-12664DFF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481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00C0A">
                    <a:alpha val="72157"/>
                  </a:srgbClr>
                </a:solidFill>
              </a:defRPr>
            </a:pPr>
            <a:r>
              <a:rPr sz="1350" b="0" i="0">
                <a:solidFill>
                  <a:srgbClr val="100C0A">
                    <a:alpha val="72157"/>
                  </a:srgbClr>
                </a:solidFill>
              </a:rPr>
              <a:t>Abrir nuevas ocasiones y audiencias manteniendo la coherencia del sistema.</a:t>
            </a:r>
          </a:p>
        </p:txBody>
      </p:sp>
    </p:spTree>
    <p:extLst>
      <p:ext uri="{BB962C8B-B14F-4D97-AF65-F5344CB8AC3E}">
        <p14:creationId xmlns:p14="http://schemas.microsoft.com/office/powerpoint/2010/main" val="64873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">
            <a:extLst xmlns:a="http://schemas.openxmlformats.org/drawingml/2006/main">
              <a:ext uri="{FF2B5EF4-FFF2-40B4-BE49-F238E27FC236}">
                <a16:creationId xmlns:a16="http://schemas.microsoft.com/office/drawing/2014/main" id="{28FF169A-AE56-484F-A7DD-4288D906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E011D39-4A88-4FB1-9E63-460C3198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15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D8A096-731B-4B7E-BB17-CDB601B5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647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De la reserva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a la experiencia.</a:t>
            </a:r>
          </a:p>
        </p:txBody>
      </p:sp>
      <p:sp>
        <p:nvSpPr>
          <p:cNvPr id="4" name="timeline">
            <a:extLst xmlns:a="http://schemas.openxmlformats.org/drawingml/2006/main">
              <a:ext uri="{FF2B5EF4-FFF2-40B4-BE49-F238E27FC236}">
                <a16:creationId xmlns:a16="http://schemas.microsoft.com/office/drawing/2014/main" id="{3639FE86-1458-43EC-B844-DDB9E1F2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86125"/>
            <a:ext cx="981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ot0">
            <a:extLst xmlns:a="http://schemas.openxmlformats.org/drawingml/2006/main">
              <a:ext uri="{FF2B5EF4-FFF2-40B4-BE49-F238E27FC236}">
                <a16:creationId xmlns:a16="http://schemas.microsoft.com/office/drawing/2014/main" id="{335DA998-B834-42F6-9525-F3F91183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0">
            <a:extLst xmlns:a="http://schemas.openxmlformats.org/drawingml/2006/main">
              <a:ext uri="{FF2B5EF4-FFF2-40B4-BE49-F238E27FC236}">
                <a16:creationId xmlns:a16="http://schemas.microsoft.com/office/drawing/2014/main" id="{4FA2714F-1BFF-4D5E-99B0-053A4D2F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3EEE6"/>
                </a:solidFill>
              </a:defRPr>
            </a:pPr>
            <a:r>
              <a:rPr sz="975" b="1" i="0">
                <a:solidFill>
                  <a:srgbClr val="F3EEE6"/>
                </a:solidFill>
              </a:rPr>
              <a:t>01</a:t>
            </a:r>
          </a:p>
        </p:txBody>
      </p:sp>
      <p:sp>
        <p:nvSpPr>
          <p:cNvPr id="7" name="h0">
            <a:extLst xmlns:a="http://schemas.openxmlformats.org/drawingml/2006/main">
              <a:ext uri="{FF2B5EF4-FFF2-40B4-BE49-F238E27FC236}">
                <a16:creationId xmlns:a16="http://schemas.microsoft.com/office/drawing/2014/main" id="{B29F3FA6-1B3E-48C9-98DB-6217F03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0C0A"/>
                </a:solidFill>
              </a:defRPr>
            </a:pPr>
            <a:r>
              <a:rPr sz="1575" b="1" i="0">
                <a:solidFill>
                  <a:srgbClr val="100C0A"/>
                </a:solidFill>
              </a:rPr>
              <a:t>Seleccionar</a:t>
            </a:r>
          </a:p>
        </p:txBody>
      </p:sp>
      <p:sp>
        <p:nvSpPr>
          <p:cNvPr id="8" name="b0">
            <a:extLst xmlns:a="http://schemas.openxmlformats.org/drawingml/2006/main">
              <a:ext uri="{FF2B5EF4-FFF2-40B4-BE49-F238E27FC236}">
                <a16:creationId xmlns:a16="http://schemas.microsoft.com/office/drawing/2014/main" id="{A5EF307B-B755-4DCA-9E64-4EB04A08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52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explica el momento y su valor.</a:t>
            </a:r>
          </a:p>
        </p:txBody>
      </p:sp>
      <p:sp>
        <p:nvSpPr>
          <p:cNvPr id="9" name="dot1">
            <a:extLst xmlns:a="http://schemas.openxmlformats.org/drawingml/2006/main">
              <a:ext uri="{FF2B5EF4-FFF2-40B4-BE49-F238E27FC236}">
                <a16:creationId xmlns:a16="http://schemas.microsoft.com/office/drawing/2014/main" id="{6C949498-48E9-4E7E-9225-2C6A2C99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1">
            <a:extLst xmlns:a="http://schemas.openxmlformats.org/drawingml/2006/main">
              <a:ext uri="{FF2B5EF4-FFF2-40B4-BE49-F238E27FC236}">
                <a16:creationId xmlns:a16="http://schemas.microsoft.com/office/drawing/2014/main" id="{5D8F83BE-0099-4080-82DD-DE7EB3B1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3EEE6"/>
                </a:solidFill>
              </a:defRPr>
            </a:pPr>
            <a:r>
              <a:rPr sz="975" b="1" i="0">
                <a:solidFill>
                  <a:srgbClr val="F3EEE6"/>
                </a:solidFill>
              </a:rPr>
              <a:t>02</a:t>
            </a:r>
          </a:p>
        </p:txBody>
      </p:sp>
      <p:sp>
        <p:nvSpPr>
          <p:cNvPr id="11" name="h1">
            <a:extLst xmlns:a="http://schemas.openxmlformats.org/drawingml/2006/main">
              <a:ext uri="{FF2B5EF4-FFF2-40B4-BE49-F238E27FC236}">
                <a16:creationId xmlns:a16="http://schemas.microsoft.com/office/drawing/2014/main" id="{EB42147E-C1BB-4139-B730-E4ACBE18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290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0C0A"/>
                </a:solidFill>
              </a:defRPr>
            </a:pPr>
            <a:r>
              <a:rPr sz="1575" b="1" i="0">
                <a:solidFill>
                  <a:srgbClr val="100C0A"/>
                </a:solidFill>
              </a:rPr>
              <a:t>Mezclar</a:t>
            </a:r>
          </a:p>
        </p:txBody>
      </p:sp>
      <p:sp>
        <p:nvSpPr>
          <p:cNvPr id="12" name="b1">
            <a:extLst xmlns:a="http://schemas.openxmlformats.org/drawingml/2006/main">
              <a:ext uri="{FF2B5EF4-FFF2-40B4-BE49-F238E27FC236}">
                <a16:creationId xmlns:a16="http://schemas.microsoft.com/office/drawing/2014/main" id="{B253F457-C134-46B2-A137-F3A1C17B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57700"/>
            <a:ext cx="152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explica el momento y su valor.</a:t>
            </a:r>
          </a:p>
        </p:txBody>
      </p:sp>
      <p:sp>
        <p:nvSpPr>
          <p:cNvPr id="13" name="dot2">
            <a:extLst xmlns:a="http://schemas.openxmlformats.org/drawingml/2006/main">
              <a:ext uri="{FF2B5EF4-FFF2-40B4-BE49-F238E27FC236}">
                <a16:creationId xmlns:a16="http://schemas.microsoft.com/office/drawing/2014/main" id="{0CA9CF6B-1AF5-4BFE-8E66-FC83068C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480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2">
            <a:extLst xmlns:a="http://schemas.openxmlformats.org/drawingml/2006/main">
              <a:ext uri="{FF2B5EF4-FFF2-40B4-BE49-F238E27FC236}">
                <a16:creationId xmlns:a16="http://schemas.microsoft.com/office/drawing/2014/main" id="{E96048FD-0C8D-40A2-8E25-58F23CFB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3EEE6"/>
                </a:solidFill>
              </a:defRPr>
            </a:pPr>
            <a:r>
              <a:rPr sz="975" b="1" i="0">
                <a:solidFill>
                  <a:srgbClr val="F3EEE6"/>
                </a:solidFill>
              </a:rPr>
              <a:t>03</a:t>
            </a:r>
          </a:p>
        </p:txBody>
      </p:sp>
      <p:sp>
        <p:nvSpPr>
          <p:cNvPr id="15" name="h2">
            <a:extLst xmlns:a="http://schemas.openxmlformats.org/drawingml/2006/main">
              <a:ext uri="{FF2B5EF4-FFF2-40B4-BE49-F238E27FC236}">
                <a16:creationId xmlns:a16="http://schemas.microsoft.com/office/drawing/2014/main" id="{1CBCE9BA-8391-41D3-A21F-4991F0B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290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0C0A"/>
                </a:solidFill>
              </a:defRPr>
            </a:pPr>
            <a:r>
              <a:rPr sz="1575" b="1" i="0">
                <a:solidFill>
                  <a:srgbClr val="100C0A"/>
                </a:solidFill>
              </a:rPr>
              <a:t>Reposar</a:t>
            </a:r>
          </a:p>
        </p:txBody>
      </p:sp>
      <p:sp>
        <p:nvSpPr>
          <p:cNvPr id="16" name="b2">
            <a:extLst xmlns:a="http://schemas.openxmlformats.org/drawingml/2006/main">
              <a:ext uri="{FF2B5EF4-FFF2-40B4-BE49-F238E27FC236}">
                <a16:creationId xmlns:a16="http://schemas.microsoft.com/office/drawing/2014/main" id="{B4886C19-D760-4BC7-95FE-FCB13080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57700"/>
            <a:ext cx="152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explica el momento y su valor.</a:t>
            </a:r>
          </a:p>
        </p:txBody>
      </p:sp>
      <p:sp>
        <p:nvSpPr>
          <p:cNvPr id="17" name="dot3">
            <a:extLst xmlns:a="http://schemas.openxmlformats.org/drawingml/2006/main">
              <a:ext uri="{FF2B5EF4-FFF2-40B4-BE49-F238E27FC236}">
                <a16:creationId xmlns:a16="http://schemas.microsoft.com/office/drawing/2014/main" id="{546FEC62-33A0-49F7-B0EF-054131F8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80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3">
            <a:extLst xmlns:a="http://schemas.openxmlformats.org/drawingml/2006/main">
              <a:ext uri="{FF2B5EF4-FFF2-40B4-BE49-F238E27FC236}">
                <a16:creationId xmlns:a16="http://schemas.microsoft.com/office/drawing/2014/main" id="{BB58FDD3-5197-48DD-92A8-A9902237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3EEE6"/>
                </a:solidFill>
              </a:defRPr>
            </a:pPr>
            <a:r>
              <a:rPr sz="975" b="1" i="0">
                <a:solidFill>
                  <a:srgbClr val="F3EEE6"/>
                </a:solidFill>
              </a:rPr>
              <a:t>04</a:t>
            </a:r>
          </a:p>
        </p:txBody>
      </p:sp>
      <p:sp>
        <p:nvSpPr>
          <p:cNvPr id="19" name="h3">
            <a:extLst xmlns:a="http://schemas.openxmlformats.org/drawingml/2006/main">
              <a:ext uri="{FF2B5EF4-FFF2-40B4-BE49-F238E27FC236}">
                <a16:creationId xmlns:a16="http://schemas.microsoft.com/office/drawing/2014/main" id="{55397416-9213-4CB6-8B98-435C8EC6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290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0C0A"/>
                </a:solidFill>
              </a:defRPr>
            </a:pPr>
            <a:r>
              <a:rPr sz="1575" b="1" i="0">
                <a:solidFill>
                  <a:srgbClr val="100C0A"/>
                </a:solidFill>
              </a:rPr>
              <a:t>Servir</a:t>
            </a:r>
          </a:p>
        </p:txBody>
      </p:sp>
      <p:sp>
        <p:nvSpPr>
          <p:cNvPr id="20" name="b3">
            <a:extLst xmlns:a="http://schemas.openxmlformats.org/drawingml/2006/main">
              <a:ext uri="{FF2B5EF4-FFF2-40B4-BE49-F238E27FC236}">
                <a16:creationId xmlns:a16="http://schemas.microsoft.com/office/drawing/2014/main" id="{CCF3C824-55E6-4C4F-A477-80417E01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457700"/>
            <a:ext cx="152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explica el momento y su valor.</a:t>
            </a:r>
          </a:p>
        </p:txBody>
      </p:sp>
    </p:spTree>
    <p:extLst>
      <p:ext uri="{BB962C8B-B14F-4D97-AF65-F5344CB8AC3E}">
        <p14:creationId xmlns:p14="http://schemas.microsoft.com/office/powerpoint/2010/main" val="89421518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4adcaaceb40b0"/>
          <a:srcRect xmlns:a="http://schemas.openxmlformats.org/drawingml/2006/main" l="0" t="25625" r="0" b="25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veil">
            <a:extLst xmlns:a="http://schemas.openxmlformats.org/drawingml/2006/main">
              <a:ext uri="{FF2B5EF4-FFF2-40B4-BE49-F238E27FC236}">
                <a16:creationId xmlns:a16="http://schemas.microsoft.com/office/drawing/2014/main" id="{9009A422-04F7-45D3-8329-652E61C6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>
              <a:alpha val="4705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EB8B3C9-7AD4-4B80-9203-03E38871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KEY VISUAL DE OCASIÓN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E5E2F0F-C123-4647-8CEB-56E0E67D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500" b="1" i="0">
                <a:solidFill>
                  <a:srgbClr val="F3EEE6"/>
                </a:solidFill>
              </a:defRPr>
            </a:pPr>
            <a:r>
              <a:rPr sz="4500" b="1" i="0">
                <a:solidFill>
                  <a:srgbClr val="F3EEE6"/>
                </a:solidFill>
              </a:rPr>
              <a:t>La noche también</a:t>
            </a:r>
          </a:p>
          <a:p xmlns:a="http://schemas.openxmlformats.org/drawingml/2006/main">
            <a:pPr algn="l">
              <a:defRPr sz="4500" b="1" i="0">
                <a:solidFill>
                  <a:srgbClr val="F3EEE6"/>
                </a:solidFill>
              </a:defRPr>
            </a:pPr>
            <a:r>
              <a:rPr sz="4500" b="1" i="0">
                <a:solidFill>
                  <a:srgbClr val="F3EEE6"/>
                </a:solidFill>
              </a:rPr>
              <a:t>tiene profundidad.</a:t>
            </a:r>
          </a:p>
        </p:txBody>
      </p:sp>
      <p:sp>
        <p:nvSpPr>
          <p:cNvPr id="5" name="signature">
            <a:extLst xmlns:a="http://schemas.openxmlformats.org/drawingml/2006/main">
              <a:ext uri="{FF2B5EF4-FFF2-40B4-BE49-F238E27FC236}">
                <a16:creationId xmlns:a16="http://schemas.microsoft.com/office/drawing/2014/main" id="{49BFEDA2-96E9-443F-953D-AC1AD1E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5B879"/>
                </a:solidFill>
              </a:defRPr>
            </a:pPr>
            <a:r>
              <a:rPr sz="975" b="1" i="0">
                <a:solidFill>
                  <a:srgbClr val="D5B879"/>
                </a:solidFill>
              </a:rPr>
              <a:t>CARÚPANO 21 · COCTELERÍA DE AUTOR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09C2F280-54AF-4AD5-85F4-0ECB0EA3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209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146748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rand">
            <a:extLst xmlns:a="http://schemas.openxmlformats.org/drawingml/2006/main">
              <a:ext uri="{FF2B5EF4-FFF2-40B4-BE49-F238E27FC236}">
                <a16:creationId xmlns:a16="http://schemas.microsoft.com/office/drawing/2014/main" id="{22876064-9817-4502-8BDA-39F891D2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AE8AA704-72B3-4F39-BD7F-877C3AE1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FFFFFF">
                    <a:alpha val="43922"/>
                  </a:srgbClr>
                </a:solidFill>
              </a:defRPr>
            </a:pPr>
            <a:r>
              <a:rPr sz="750" b="0" i="0">
                <a:solidFill>
                  <a:srgbClr val="FFFFFF">
                    <a:alpha val="43922"/>
                  </a:srgbClr>
                </a:solidFill>
              </a:rPr>
              <a:t>17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23904CDD-B386-4607-AE11-19C0E66D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SISTEMA SOCIAL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5D307-FFF7-456E-9622-EF5586CA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3EEE6"/>
                </a:solidFill>
              </a:defRPr>
            </a:pPr>
            <a:r>
              <a:rPr sz="3450" b="1" i="0">
                <a:solidFill>
                  <a:srgbClr val="F3EEE6"/>
                </a:solidFill>
              </a:rPr>
              <a:t>Una grilla con ritmo,</a:t>
            </a:r>
          </a:p>
          <a:p xmlns:a="http://schemas.openxmlformats.org/drawingml/2006/main">
            <a:pPr algn="l">
              <a:defRPr sz="3450" b="1" i="0">
                <a:solidFill>
                  <a:srgbClr val="F3EEE6"/>
                </a:solidFill>
              </a:defRPr>
            </a:pPr>
            <a:r>
              <a:rPr sz="3450" b="1" i="0">
                <a:solidFill>
                  <a:srgbClr val="F3EEE6"/>
                </a:solidFill>
              </a:rPr>
              <a:t>no piezas aisladas.</a:t>
            </a:r>
          </a:p>
        </p:txBody>
      </p:sp>
      <p:sp>
        <p:nvSpPr>
          <p:cNvPr id="5" name="c0">
            <a:extLst xmlns:a="http://schemas.openxmlformats.org/drawingml/2006/main">
              <a:ext uri="{FF2B5EF4-FFF2-40B4-BE49-F238E27FC236}">
                <a16:creationId xmlns:a16="http://schemas.microsoft.com/office/drawing/2014/main" id="{1AC0C93E-69A7-4D5F-8476-13E40C9B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876300"/>
            <a:ext cx="2095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0">
            <a:extLst xmlns:a="http://schemas.openxmlformats.org/drawingml/2006/main">
              <a:ext uri="{FF2B5EF4-FFF2-40B4-BE49-F238E27FC236}">
                <a16:creationId xmlns:a16="http://schemas.microsoft.com/office/drawing/2014/main" id="{0F2341E9-6D11-40F3-B108-5EFA0769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47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5B879"/>
                </a:solidFill>
              </a:defRPr>
            </a:pPr>
            <a:r>
              <a:rPr sz="750" b="1" i="0">
                <a:solidFill>
                  <a:srgbClr val="D5B879"/>
                </a:solidFill>
              </a:rPr>
              <a:t>PRODUCTO</a:t>
            </a:r>
          </a:p>
        </p:txBody>
      </p:sp>
      <p:sp>
        <p:nvSpPr>
          <p:cNvPr id="7" name="h0">
            <a:extLst xmlns:a="http://schemas.openxmlformats.org/drawingml/2006/main">
              <a:ext uri="{FF2B5EF4-FFF2-40B4-BE49-F238E27FC236}">
                <a16:creationId xmlns:a16="http://schemas.microsoft.com/office/drawing/2014/main" id="{409DB1C2-48A0-4CAF-9A5E-D5DE3782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90675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21 años de</a:t>
            </a:r>
          </a:p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profundidad.</a:t>
            </a:r>
          </a:p>
        </p:txBody>
      </p:sp>
      <p:sp>
        <p:nvSpPr>
          <p:cNvPr id="8" name="c1">
            <a:extLst xmlns:a="http://schemas.openxmlformats.org/drawingml/2006/main">
              <a:ext uri="{FF2B5EF4-FFF2-40B4-BE49-F238E27FC236}">
                <a16:creationId xmlns:a16="http://schemas.microsoft.com/office/drawing/2014/main" id="{3C88F4C4-35AA-44DA-A847-4517A396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876300"/>
            <a:ext cx="2095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1">
            <a:extLst xmlns:a="http://schemas.openxmlformats.org/drawingml/2006/main">
              <a:ext uri="{FF2B5EF4-FFF2-40B4-BE49-F238E27FC236}">
                <a16:creationId xmlns:a16="http://schemas.microsoft.com/office/drawing/2014/main" id="{101DE9AF-A873-4CA9-9153-F335C340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047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A64B24"/>
                </a:solidFill>
              </a:defRPr>
            </a:pPr>
            <a:r>
              <a:rPr sz="750" b="1" i="0">
                <a:solidFill>
                  <a:srgbClr val="A64B24"/>
                </a:solidFill>
              </a:rPr>
              <a:t>CULTURA</a:t>
            </a:r>
          </a:p>
        </p:txBody>
      </p:sp>
      <p:sp>
        <p:nvSpPr>
          <p:cNvPr id="10" name="h1">
            <a:extLst xmlns:a="http://schemas.openxmlformats.org/drawingml/2006/main">
              <a:ext uri="{FF2B5EF4-FFF2-40B4-BE49-F238E27FC236}">
                <a16:creationId xmlns:a16="http://schemas.microsoft.com/office/drawing/2014/main" id="{189260EA-9524-49DB-BB83-8E19B600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590675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El clima también</a:t>
            </a:r>
          </a:p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destila carácter.</a:t>
            </a:r>
          </a:p>
        </p:txBody>
      </p:sp>
      <p:sp>
        <p:nvSpPr>
          <p:cNvPr id="11" name="c2">
            <a:extLst xmlns:a="http://schemas.openxmlformats.org/drawingml/2006/main">
              <a:ext uri="{FF2B5EF4-FFF2-40B4-BE49-F238E27FC236}">
                <a16:creationId xmlns:a16="http://schemas.microsoft.com/office/drawing/2014/main" id="{E8E9E900-408A-4370-B9C3-076C770B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2095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4B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2">
            <a:extLst xmlns:a="http://schemas.openxmlformats.org/drawingml/2006/main">
              <a:ext uri="{FF2B5EF4-FFF2-40B4-BE49-F238E27FC236}">
                <a16:creationId xmlns:a16="http://schemas.microsoft.com/office/drawing/2014/main" id="{8B8CFFE5-3FD4-4475-9C41-ECA00A35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5B879"/>
                </a:solidFill>
              </a:defRPr>
            </a:pPr>
            <a:r>
              <a:rPr sz="750" b="1" i="0">
                <a:solidFill>
                  <a:srgbClr val="D5B879"/>
                </a:solidFill>
              </a:rPr>
              <a:t>OCASIÓN</a:t>
            </a:r>
          </a:p>
        </p:txBody>
      </p:sp>
      <p:sp>
        <p:nvSpPr>
          <p:cNvPr id="13" name="h2">
            <a:extLst xmlns:a="http://schemas.openxmlformats.org/drawingml/2006/main">
              <a:ext uri="{FF2B5EF4-FFF2-40B4-BE49-F238E27FC236}">
                <a16:creationId xmlns:a16="http://schemas.microsoft.com/office/drawing/2014/main" id="{32F8AA20-416C-4CC6-8751-68591270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33825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3EEE6"/>
                </a:solidFill>
              </a:defRPr>
            </a:pPr>
            <a:r>
              <a:rPr sz="1650" b="1" i="0">
                <a:solidFill>
                  <a:srgbClr val="F3EEE6"/>
                </a:solidFill>
              </a:rPr>
              <a:t>La noche tiene</a:t>
            </a:r>
          </a:p>
          <a:p xmlns:a="http://schemas.openxmlformats.org/drawingml/2006/main">
            <a:pPr algn="l">
              <a:defRPr sz="1650" b="1" i="0">
                <a:solidFill>
                  <a:srgbClr val="F3EEE6"/>
                </a:solidFill>
              </a:defRPr>
            </a:pPr>
            <a:r>
              <a:rPr sz="1650" b="1" i="0">
                <a:solidFill>
                  <a:srgbClr val="F3EEE6"/>
                </a:solidFill>
              </a:rPr>
              <a:t>otra dimensión.</a:t>
            </a:r>
          </a:p>
        </p:txBody>
      </p:sp>
      <p:sp>
        <p:nvSpPr>
          <p:cNvPr id="14" name="c3">
            <a:extLst xmlns:a="http://schemas.openxmlformats.org/drawingml/2006/main">
              <a:ext uri="{FF2B5EF4-FFF2-40B4-BE49-F238E27FC236}">
                <a16:creationId xmlns:a16="http://schemas.microsoft.com/office/drawing/2014/main" id="{23A1D807-6212-4A74-98B9-7406CECB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095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1B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3">
            <a:extLst xmlns:a="http://schemas.openxmlformats.org/drawingml/2006/main">
              <a:ext uri="{FF2B5EF4-FFF2-40B4-BE49-F238E27FC236}">
                <a16:creationId xmlns:a16="http://schemas.microsoft.com/office/drawing/2014/main" id="{E36A7A6A-3BE8-41F9-AFE1-5FF09B64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5B879"/>
                </a:solidFill>
              </a:defRPr>
            </a:pPr>
            <a:r>
              <a:rPr sz="750" b="1" i="0">
                <a:solidFill>
                  <a:srgbClr val="D5B879"/>
                </a:solidFill>
              </a:rPr>
              <a:t>RITUAL</a:t>
            </a:r>
          </a:p>
        </p:txBody>
      </p:sp>
      <p:sp>
        <p:nvSpPr>
          <p:cNvPr id="16" name="h3">
            <a:extLst xmlns:a="http://schemas.openxmlformats.org/drawingml/2006/main">
              <a:ext uri="{FF2B5EF4-FFF2-40B4-BE49-F238E27FC236}">
                <a16:creationId xmlns:a16="http://schemas.microsoft.com/office/drawing/2014/main" id="{930E3995-4473-4D63-98F6-EB55CF56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33825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3EEE6"/>
                </a:solidFill>
              </a:defRPr>
            </a:pPr>
            <a:r>
              <a:rPr sz="1650" b="1" i="0">
                <a:solidFill>
                  <a:srgbClr val="F3EEE6"/>
                </a:solidFill>
              </a:rPr>
              <a:t>El tiempo</a:t>
            </a:r>
          </a:p>
          <a:p xmlns:a="http://schemas.openxmlformats.org/drawingml/2006/main">
            <a:pPr algn="l">
              <a:defRPr sz="1650" b="1" i="0">
                <a:solidFill>
                  <a:srgbClr val="F3EEE6"/>
                </a:solidFill>
              </a:defRPr>
            </a:pPr>
            <a:r>
              <a:rPr sz="1650" b="1" i="0">
                <a:solidFill>
                  <a:srgbClr val="F3EEE6"/>
                </a:solidFill>
              </a:rPr>
              <a:t>se sirve.</a:t>
            </a:r>
          </a:p>
        </p:txBody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89E13076-60F3-459D-A488-9F9A866E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57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FFFFFF">
                    <a:alpha val="62745"/>
                  </a:srgbClr>
                </a:solidFill>
              </a:defRPr>
            </a:pPr>
            <a:r>
              <a:rPr sz="1425" b="0" i="0">
                <a:solidFill>
                  <a:srgbClr val="FFFFFF">
                    <a:alpha val="62745"/>
                  </a:srgbClr>
                </a:solidFill>
              </a:rPr>
              <a:t>Combine producto, cultura, ocasión y ritual. Mantenga una firma estable y cambie la intensidad visual.</a:t>
            </a:r>
          </a:p>
        </p:txBody>
      </p:sp>
      <p:sp>
        <p:nvSpPr>
          <p:cNvPr id="18" name="ratio">
            <a:extLst xmlns:a="http://schemas.openxmlformats.org/drawingml/2006/main">
              <a:ext uri="{FF2B5EF4-FFF2-40B4-BE49-F238E27FC236}">
                <a16:creationId xmlns:a16="http://schemas.microsoft.com/office/drawing/2014/main" id="{BC0C36B5-B5E6-44B9-B958-638FF0CC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40% producto  ·  20% cultura  ·  20% ocasión  ·  20% ritual</a:t>
            </a:r>
          </a:p>
        </p:txBody>
      </p:sp>
    </p:spTree>
    <p:extLst>
      <p:ext uri="{BB962C8B-B14F-4D97-AF65-F5344CB8AC3E}">
        <p14:creationId xmlns:p14="http://schemas.microsoft.com/office/powerpoint/2010/main" val="7299360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brand">
            <a:extLst xmlns:a="http://schemas.openxmlformats.org/drawingml/2006/main">
              <a:ext uri="{FF2B5EF4-FFF2-40B4-BE49-F238E27FC236}">
                <a16:creationId xmlns:a16="http://schemas.microsoft.com/office/drawing/2014/main" id="{E19588AA-76EC-4CA3-8A66-89BBFC79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F4EDCE3-3464-44D2-9216-3FC8C9BF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18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826EDD9-3ABB-4A7E-AE76-80C6B2A5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PLAN / RESPONSABLES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6580D2-BFC7-48A3-9644-BA52FD97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00C0A"/>
                </a:solidFill>
              </a:defRPr>
            </a:pPr>
            <a:r>
              <a:rPr sz="3450" b="1" i="0">
                <a:solidFill>
                  <a:srgbClr val="100C0A"/>
                </a:solidFill>
              </a:rPr>
              <a:t>El siguiente paso debe</a:t>
            </a:r>
          </a:p>
          <a:p xmlns:a="http://schemas.openxmlformats.org/drawingml/2006/main">
            <a:pPr algn="l">
              <a:defRPr sz="3450" b="1" i="0">
                <a:solidFill>
                  <a:srgbClr val="100C0A"/>
                </a:solidFill>
              </a:defRPr>
            </a:pPr>
            <a:r>
              <a:rPr sz="3450" b="1" i="0">
                <a:solidFill>
                  <a:srgbClr val="100C0A"/>
                </a:solidFill>
              </a:rPr>
              <a:t>quedar inequívoco.</a:t>
            </a:r>
          </a:p>
        </p:txBody>
      </p:sp>
      <p:sp>
        <p:nvSpPr>
          <p:cNvPr id="5" name="table-head">
            <a:extLst xmlns:a="http://schemas.openxmlformats.org/drawingml/2006/main">
              <a:ext uri="{FF2B5EF4-FFF2-40B4-BE49-F238E27FC236}">
                <a16:creationId xmlns:a16="http://schemas.microsoft.com/office/drawing/2014/main" id="{574A5CE9-6167-41BC-94C0-4E07F615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ell-0-0">
            <a:extLst xmlns:a="http://schemas.openxmlformats.org/drawingml/2006/main">
              <a:ext uri="{FF2B5EF4-FFF2-40B4-BE49-F238E27FC236}">
                <a16:creationId xmlns:a16="http://schemas.microsoft.com/office/drawing/2014/main" id="{E869F27A-40D9-46FE-ADD0-ED104CE2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48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3EEE6"/>
                </a:solidFill>
              </a:defRPr>
            </a:pPr>
            <a:r>
              <a:rPr sz="900" b="1" i="0">
                <a:solidFill>
                  <a:srgbClr val="F3EEE6"/>
                </a:solidFill>
              </a:rPr>
              <a:t>PRIORIDAD</a:t>
            </a:r>
          </a:p>
        </p:txBody>
      </p:sp>
      <p:sp>
        <p:nvSpPr>
          <p:cNvPr id="7" name="cell-0-1">
            <a:extLst xmlns:a="http://schemas.openxmlformats.org/drawingml/2006/main">
              <a:ext uri="{FF2B5EF4-FFF2-40B4-BE49-F238E27FC236}">
                <a16:creationId xmlns:a16="http://schemas.microsoft.com/office/drawing/2014/main" id="{C423BE61-6A10-46C0-A781-91D276FF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57500"/>
            <a:ext cx="2495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3EEE6"/>
                </a:solidFill>
              </a:defRPr>
            </a:pPr>
            <a:r>
              <a:rPr sz="900" b="1" i="0">
                <a:solidFill>
                  <a:srgbClr val="F3EEE6"/>
                </a:solidFill>
              </a:rPr>
              <a:t>RESPONSABLE</a:t>
            </a:r>
          </a:p>
        </p:txBody>
      </p:sp>
      <p:sp>
        <p:nvSpPr>
          <p:cNvPr id="8" name="cell-0-2">
            <a:extLst xmlns:a="http://schemas.openxmlformats.org/drawingml/2006/main">
              <a:ext uri="{FF2B5EF4-FFF2-40B4-BE49-F238E27FC236}">
                <a16:creationId xmlns:a16="http://schemas.microsoft.com/office/drawing/2014/main" id="{838B2092-FCA2-486F-9E59-FABC06D3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57500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3EEE6"/>
                </a:solidFill>
              </a:defRPr>
            </a:pPr>
            <a:r>
              <a:rPr sz="900" b="1" i="0">
                <a:solidFill>
                  <a:srgbClr val="F3EEE6"/>
                </a:solidFill>
              </a:rPr>
              <a:t>FECHA</a:t>
            </a:r>
          </a:p>
        </p:txBody>
      </p:sp>
      <p:sp>
        <p:nvSpPr>
          <p:cNvPr id="9" name="cell-0-3">
            <a:extLst xmlns:a="http://schemas.openxmlformats.org/drawingml/2006/main">
              <a:ext uri="{FF2B5EF4-FFF2-40B4-BE49-F238E27FC236}">
                <a16:creationId xmlns:a16="http://schemas.microsoft.com/office/drawing/2014/main" id="{A6C795ED-01AC-4241-9C38-19790C75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57500"/>
            <a:ext cx="2266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3EEE6"/>
                </a:solidFill>
              </a:defRPr>
            </a:pPr>
            <a:r>
              <a:rPr sz="900" b="1" i="0">
                <a:solidFill>
                  <a:srgbClr val="F3EEE6"/>
                </a:solidFill>
              </a:rPr>
              <a:t>ESTADO</a:t>
            </a:r>
          </a:p>
        </p:txBody>
      </p:sp>
      <p:sp>
        <p:nvSpPr>
          <p:cNvPr id="10" name="row-bg-1">
            <a:extLst xmlns:a="http://schemas.openxmlformats.org/drawingml/2006/main">
              <a:ext uri="{FF2B5EF4-FFF2-40B4-BE49-F238E27FC236}">
                <a16:creationId xmlns:a16="http://schemas.microsoft.com/office/drawing/2014/main" id="{15F1C125-9477-484A-8571-E0316840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ell-1-0">
            <a:extLst xmlns:a="http://schemas.openxmlformats.org/drawingml/2006/main">
              <a:ext uri="{FF2B5EF4-FFF2-40B4-BE49-F238E27FC236}">
                <a16:creationId xmlns:a16="http://schemas.microsoft.com/office/drawing/2014/main" id="{8872A523-8FFC-43C9-88E2-EB39E5BD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3448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Definir alcance</a:t>
            </a:r>
          </a:p>
        </p:txBody>
      </p:sp>
      <p:sp>
        <p:nvSpPr>
          <p:cNvPr id="12" name="cell-1-1">
            <a:extLst xmlns:a="http://schemas.openxmlformats.org/drawingml/2006/main">
              <a:ext uri="{FF2B5EF4-FFF2-40B4-BE49-F238E27FC236}">
                <a16:creationId xmlns:a16="http://schemas.microsoft.com/office/drawing/2014/main" id="{5D6C2A5B-D025-4EA3-B32D-69BA602A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76625"/>
            <a:ext cx="2495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Nombre / área</a:t>
            </a:r>
          </a:p>
        </p:txBody>
      </p:sp>
      <p:sp>
        <p:nvSpPr>
          <p:cNvPr id="13" name="cell-1-2">
            <a:extLst xmlns:a="http://schemas.openxmlformats.org/drawingml/2006/main">
              <a:ext uri="{FF2B5EF4-FFF2-40B4-BE49-F238E27FC236}">
                <a16:creationId xmlns:a16="http://schemas.microsoft.com/office/drawing/2014/main" id="{ED0DC4B1-1B75-4976-8AE1-45BB8FFE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7662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00.00.00</a:t>
            </a:r>
          </a:p>
        </p:txBody>
      </p:sp>
      <p:sp>
        <p:nvSpPr>
          <p:cNvPr id="14" name="cell-1-3">
            <a:extLst xmlns:a="http://schemas.openxmlformats.org/drawingml/2006/main">
              <a:ext uri="{FF2B5EF4-FFF2-40B4-BE49-F238E27FC236}">
                <a16:creationId xmlns:a16="http://schemas.microsoft.com/office/drawing/2014/main" id="{75E06D83-255C-403E-8203-087FF481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76625"/>
            <a:ext cx="2266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Por iniciar</a:t>
            </a:r>
          </a:p>
        </p:txBody>
      </p:sp>
      <p:sp>
        <p:nvSpPr>
          <p:cNvPr id="15" name="row-line-1">
            <a:extLst xmlns:a="http://schemas.openxmlformats.org/drawingml/2006/main">
              <a:ext uri="{FF2B5EF4-FFF2-40B4-BE49-F238E27FC236}">
                <a16:creationId xmlns:a16="http://schemas.microsoft.com/office/drawing/2014/main" id="{36EE1F4C-D7E4-4B92-9B6F-F7ED8353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45E8AD7F-2C0C-444B-B3C7-151B1DE8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7BBAAC1C-DD2D-45E3-9C35-89014325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3448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Validar propuesta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F7523539-6B0E-493E-BC43-723747C6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2495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Nombre / área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4EB08C83-C772-488A-9D81-47727830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95750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00.00.00</a:t>
            </a:r>
          </a:p>
        </p:txBody>
      </p:sp>
      <p:sp>
        <p:nvSpPr>
          <p:cNvPr id="20" name="cell-2-3">
            <a:extLst xmlns:a="http://schemas.openxmlformats.org/drawingml/2006/main">
              <a:ext uri="{FF2B5EF4-FFF2-40B4-BE49-F238E27FC236}">
                <a16:creationId xmlns:a16="http://schemas.microsoft.com/office/drawing/2014/main" id="{A5BDC8F5-961A-49EB-AA9B-0783ACE6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95750"/>
            <a:ext cx="2266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En curso</a:t>
            </a:r>
          </a:p>
        </p:txBody>
      </p:sp>
      <p:sp>
        <p:nvSpPr>
          <p:cNvPr id="21" name="row-line-2">
            <a:extLst xmlns:a="http://schemas.openxmlformats.org/drawingml/2006/main">
              <a:ext uri="{FF2B5EF4-FFF2-40B4-BE49-F238E27FC236}">
                <a16:creationId xmlns:a16="http://schemas.microsoft.com/office/drawing/2014/main" id="{B6D2FF37-7E32-4D8D-A652-238A0840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ow-bg-3">
            <a:extLst xmlns:a="http://schemas.openxmlformats.org/drawingml/2006/main">
              <a:ext uri="{FF2B5EF4-FFF2-40B4-BE49-F238E27FC236}">
                <a16:creationId xmlns:a16="http://schemas.microsoft.com/office/drawing/2014/main" id="{26EC6B96-3530-4B33-8AD2-806163B6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ell-3-0">
            <a:extLst xmlns:a="http://schemas.openxmlformats.org/drawingml/2006/main">
              <a:ext uri="{FF2B5EF4-FFF2-40B4-BE49-F238E27FC236}">
                <a16:creationId xmlns:a16="http://schemas.microsoft.com/office/drawing/2014/main" id="{91018ABA-812B-4D05-9933-DFF47899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14875"/>
            <a:ext cx="3448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Activar ejecución</a:t>
            </a:r>
          </a:p>
        </p:txBody>
      </p:sp>
      <p:sp>
        <p:nvSpPr>
          <p:cNvPr id="24" name="cell-3-1">
            <a:extLst xmlns:a="http://schemas.openxmlformats.org/drawingml/2006/main">
              <a:ext uri="{FF2B5EF4-FFF2-40B4-BE49-F238E27FC236}">
                <a16:creationId xmlns:a16="http://schemas.microsoft.com/office/drawing/2014/main" id="{FCC6D660-5E13-4432-BF61-4E8C475F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14875"/>
            <a:ext cx="2495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Nombre / área</a:t>
            </a:r>
          </a:p>
        </p:txBody>
      </p:sp>
      <p:sp>
        <p:nvSpPr>
          <p:cNvPr id="25" name="cell-3-2">
            <a:extLst xmlns:a="http://schemas.openxmlformats.org/drawingml/2006/main">
              <a:ext uri="{FF2B5EF4-FFF2-40B4-BE49-F238E27FC236}">
                <a16:creationId xmlns:a16="http://schemas.microsoft.com/office/drawing/2014/main" id="{850C2692-A808-4372-8CF5-0C88A964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14875"/>
            <a:ext cx="1543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00.00.00</a:t>
            </a:r>
          </a:p>
        </p:txBody>
      </p:sp>
      <p:sp>
        <p:nvSpPr>
          <p:cNvPr id="26" name="cell-3-3">
            <a:extLst xmlns:a="http://schemas.openxmlformats.org/drawingml/2006/main">
              <a:ext uri="{FF2B5EF4-FFF2-40B4-BE49-F238E27FC236}">
                <a16:creationId xmlns:a16="http://schemas.microsoft.com/office/drawing/2014/main" id="{29CE041B-D7AD-4CF5-BD96-B826BF29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714875"/>
            <a:ext cx="2266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00C0A"/>
                </a:solidFill>
              </a:defRPr>
            </a:pPr>
            <a:r>
              <a:rPr sz="1200" b="0" i="0">
                <a:solidFill>
                  <a:srgbClr val="100C0A"/>
                </a:solidFill>
              </a:rPr>
              <a:t>Próximo</a:t>
            </a:r>
          </a:p>
        </p:txBody>
      </p:sp>
      <p:sp>
        <p:nvSpPr>
          <p:cNvPr id="27" name="row-line-3">
            <a:extLst xmlns:a="http://schemas.openxmlformats.org/drawingml/2006/main">
              <a:ext uri="{FF2B5EF4-FFF2-40B4-BE49-F238E27FC236}">
                <a16:creationId xmlns:a16="http://schemas.microsoft.com/office/drawing/2014/main" id="{4171D788-4882-4701-AD12-57B2FC90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3693334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">
            <a:extLst xmlns:a="http://schemas.openxmlformats.org/drawingml/2006/main">
              <a:ext uri="{FF2B5EF4-FFF2-40B4-BE49-F238E27FC236}">
                <a16:creationId xmlns:a16="http://schemas.microsoft.com/office/drawing/2014/main" id="{6277A811-7EEF-4E6C-B0CD-F1311E9B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8650"/>
                </a:solidFill>
              </a:defRPr>
            </a:pPr>
            <a:r>
              <a:rPr sz="825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A546CF4F-9925-4681-998F-F5AFA72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706862"/>
                </a:solidFill>
              </a:defRPr>
            </a:pPr>
            <a:r>
              <a:rPr sz="750" b="0" i="0">
                <a:solidFill>
                  <a:srgbClr val="706862"/>
                </a:solidFill>
              </a:rPr>
              <a:t>19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58BC8B-7D76-470E-B537-15F0C62A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71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Tres horizontes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para avanzar.</a:t>
            </a:r>
          </a:p>
        </p:txBody>
      </p:sp>
      <p:sp>
        <p:nvSpPr>
          <p:cNvPr id="4" name="tag0">
            <a:extLst xmlns:a="http://schemas.openxmlformats.org/drawingml/2006/main">
              <a:ext uri="{FF2B5EF4-FFF2-40B4-BE49-F238E27FC236}">
                <a16:creationId xmlns:a16="http://schemas.microsoft.com/office/drawing/2014/main" id="{CAD5F733-AE89-4660-A1F8-6B03649F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AHORA</a:t>
            </a:r>
          </a:p>
        </p:txBody>
      </p:sp>
      <p:sp>
        <p:nvSpPr>
          <p:cNvPr id="5" name="head0">
            <a:extLst xmlns:a="http://schemas.openxmlformats.org/drawingml/2006/main">
              <a:ext uri="{FF2B5EF4-FFF2-40B4-BE49-F238E27FC236}">
                <a16:creationId xmlns:a16="http://schemas.microsoft.com/office/drawing/2014/main" id="{1B1CA866-B35C-45F4-962A-49CFCF2E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476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Alinear</a:t>
            </a:r>
          </a:p>
        </p:txBody>
      </p:sp>
      <p:sp>
        <p:nvSpPr>
          <p:cNvPr id="6" name="copy0">
            <a:extLst xmlns:a="http://schemas.openxmlformats.org/drawingml/2006/main">
              <a:ext uri="{FF2B5EF4-FFF2-40B4-BE49-F238E27FC236}">
                <a16:creationId xmlns:a16="http://schemas.microsoft.com/office/drawing/2014/main" id="{2DFE1E7E-8C2A-4708-A6AA-974BF2EA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765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Decisiones que desbloquean el trabajo.</a:t>
            </a:r>
          </a:p>
        </p:txBody>
      </p:sp>
      <p:sp>
        <p:nvSpPr>
          <p:cNvPr id="7" name="line0">
            <a:extLst xmlns:a="http://schemas.openxmlformats.org/drawingml/2006/main">
              <a:ext uri="{FF2B5EF4-FFF2-40B4-BE49-F238E27FC236}">
                <a16:creationId xmlns:a16="http://schemas.microsoft.com/office/drawing/2014/main" id="{BD0C2F54-E369-42E3-BAA4-DB78B851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ag1">
            <a:extLst xmlns:a="http://schemas.openxmlformats.org/drawingml/2006/main">
              <a:ext uri="{FF2B5EF4-FFF2-40B4-BE49-F238E27FC236}">
                <a16:creationId xmlns:a16="http://schemas.microsoft.com/office/drawing/2014/main" id="{17BEBC1C-0157-4110-87B6-90A8B0D8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DESPUÉS</a:t>
            </a:r>
          </a:p>
        </p:txBody>
      </p:sp>
      <p:sp>
        <p:nvSpPr>
          <p:cNvPr id="9" name="head1">
            <a:extLst xmlns:a="http://schemas.openxmlformats.org/drawingml/2006/main">
              <a:ext uri="{FF2B5EF4-FFF2-40B4-BE49-F238E27FC236}">
                <a16:creationId xmlns:a16="http://schemas.microsoft.com/office/drawing/2014/main" id="{3F5230AC-EDA9-4962-8514-AA4D680F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19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Activar</a:t>
            </a:r>
          </a:p>
        </p:txBody>
      </p:sp>
      <p:sp>
        <p:nvSpPr>
          <p:cNvPr id="10" name="copy1">
            <a:extLst xmlns:a="http://schemas.openxmlformats.org/drawingml/2006/main">
              <a:ext uri="{FF2B5EF4-FFF2-40B4-BE49-F238E27FC236}">
                <a16:creationId xmlns:a16="http://schemas.microsoft.com/office/drawing/2014/main" id="{D4D78908-BEDA-4E45-A166-FC029198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195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Acciones que ponen la estrategia en movimiento.</a:t>
            </a:r>
          </a:p>
        </p:txBody>
      </p:sp>
      <p:sp>
        <p:nvSpPr>
          <p:cNvPr id="11" name="line1">
            <a:extLst xmlns:a="http://schemas.openxmlformats.org/drawingml/2006/main">
              <a:ext uri="{FF2B5EF4-FFF2-40B4-BE49-F238E27FC236}">
                <a16:creationId xmlns:a16="http://schemas.microsoft.com/office/drawing/2014/main" id="{EA9000E4-A4AA-4395-BEB3-2D3DB5C7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ag2">
            <a:extLst xmlns:a="http://schemas.openxmlformats.org/drawingml/2006/main">
              <a:ext uri="{FF2B5EF4-FFF2-40B4-BE49-F238E27FC236}">
                <a16:creationId xmlns:a16="http://schemas.microsoft.com/office/drawing/2014/main" id="{0536A6E5-72D4-4241-9200-48B44C43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LUEGO</a:t>
            </a:r>
          </a:p>
        </p:txBody>
      </p:sp>
      <p:sp>
        <p:nvSpPr>
          <p:cNvPr id="13" name="head2">
            <a:extLst xmlns:a="http://schemas.openxmlformats.org/drawingml/2006/main">
              <a:ext uri="{FF2B5EF4-FFF2-40B4-BE49-F238E27FC236}">
                <a16:creationId xmlns:a16="http://schemas.microsoft.com/office/drawing/2014/main" id="{536E9DEB-4040-4DB7-96F1-BC7BD5CB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Escalar</a:t>
            </a:r>
          </a:p>
        </p:txBody>
      </p:sp>
      <p:sp>
        <p:nvSpPr>
          <p:cNvPr id="14" name="copy2">
            <a:extLst xmlns:a="http://schemas.openxmlformats.org/drawingml/2006/main">
              <a:ext uri="{FF2B5EF4-FFF2-40B4-BE49-F238E27FC236}">
                <a16:creationId xmlns:a16="http://schemas.microsoft.com/office/drawing/2014/main" id="{A337B529-20ED-42AB-86FA-468A3538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625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06862"/>
                </a:solidFill>
              </a:defRPr>
            </a:pPr>
            <a:r>
              <a:rPr sz="1275" b="0" i="0">
                <a:solidFill>
                  <a:srgbClr val="706862"/>
                </a:solidFill>
              </a:rPr>
              <a:t>Capacidades que sostienen el crecimiento.</a:t>
            </a:r>
          </a:p>
        </p:txBody>
      </p:sp>
      <p:sp>
        <p:nvSpPr>
          <p:cNvPr id="15" name="line2">
            <a:extLst xmlns:a="http://schemas.openxmlformats.org/drawingml/2006/main">
              <a:ext uri="{FF2B5EF4-FFF2-40B4-BE49-F238E27FC236}">
                <a16:creationId xmlns:a16="http://schemas.microsoft.com/office/drawing/2014/main" id="{D6E2E7C8-CB47-454A-A1EB-FD72E268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EC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243828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5B4E4BA-B91C-410D-B1B6-5E4BC3E3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5B879"/>
                </a:solidFill>
              </a:defRPr>
            </a:pPr>
            <a:r>
              <a:rPr sz="825" b="1" i="0">
                <a:solidFill>
                  <a:srgbClr val="D5B879"/>
                </a:solidFill>
              </a:rPr>
              <a:t>CIERRE / LLAMADO A LA ACCIÓN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CCA9830-BAC3-49BB-B99D-D7484F22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85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F3EEE6"/>
                </a:solidFill>
              </a:defRPr>
            </a:pPr>
            <a:r>
              <a:rPr sz="4800" b="1" i="0">
                <a:solidFill>
                  <a:srgbClr val="F3EEE6"/>
                </a:solidFill>
              </a:rPr>
              <a:t>Lleve la marca</a:t>
            </a:r>
          </a:p>
          <a:p xmlns:a="http://schemas.openxmlformats.org/drawingml/2006/main">
            <a:pPr algn="l">
              <a:defRPr sz="4800" b="1" i="0">
                <a:solidFill>
                  <a:srgbClr val="F3EEE6"/>
                </a:solidFill>
              </a:defRPr>
            </a:pPr>
            <a:r>
              <a:rPr sz="4800" b="1" i="0">
                <a:solidFill>
                  <a:srgbClr val="F3EEE6"/>
                </a:solidFill>
              </a:rPr>
              <a:t>a Otro Nivel.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3D52703-8D52-4285-88ED-62EB68D4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>
                    <a:alpha val="60392"/>
                  </a:srgbClr>
                </a:solidFill>
              </a:defRPr>
            </a:pPr>
            <a:r>
              <a:rPr sz="1500" b="0" i="0">
                <a:solidFill>
                  <a:srgbClr val="FFFFFF">
                    <a:alpha val="60392"/>
                  </a:srgbClr>
                </a:solidFill>
              </a:rPr>
              <a:t>Cierre con una decisión, una invitación o el siguiente paso concreto.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102be2d2d49b0"/>
          <a:stretch xmlns:a="http://schemas.openxmlformats.org/drawingml/2006/main"/>
        </p:blipFill>
        <p:spPr>
          <a:xfrm xmlns:a="http://schemas.openxmlformats.org/drawingml/2006/main">
            <a:off x="8096250" y="2835519"/>
            <a:ext cx="2857500" cy="329712"/>
          </a:xfrm>
          <a:prstGeom xmlns:a="http://schemas.openxmlformats.org/drawingml/2006/main" prst="rect">
            <a:avLst/>
          </a:prstGeom>
        </p:spPr>
      </p:pic>
      <p:sp>
        <p:nvSpPr>
          <p:cNvPr id="5" name="line">
            <a:extLst xmlns:a="http://schemas.openxmlformats.org/drawingml/2006/main">
              <a:ext uri="{FF2B5EF4-FFF2-40B4-BE49-F238E27FC236}">
                <a16:creationId xmlns:a16="http://schemas.microsoft.com/office/drawing/2014/main" id="{835838FD-7EFE-4652-8D66-877299DC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url">
            <a:extLst xmlns:a="http://schemas.openxmlformats.org/drawingml/2006/main">
              <a:ext uri="{FF2B5EF4-FFF2-40B4-BE49-F238E27FC236}">
                <a16:creationId xmlns:a16="http://schemas.microsoft.com/office/drawing/2014/main" id="{AFA7D34D-9B6F-49EE-AA9D-7CF48273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5B879"/>
                </a:solidFill>
              </a:defRPr>
            </a:pPr>
            <a:r>
              <a:rPr sz="975" b="1" i="0">
                <a:solidFill>
                  <a:srgbClr val="D5B879"/>
                </a:solidFill>
              </a:rPr>
              <a:t>roncarupano.com</a:t>
            </a:r>
          </a:p>
        </p:txBody>
      </p:sp>
    </p:spTree>
    <p:extLst>
      <p:ext uri="{BB962C8B-B14F-4D97-AF65-F5344CB8AC3E}">
        <p14:creationId xmlns:p14="http://schemas.microsoft.com/office/powerpoint/2010/main" val="1449501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2026-07-21T03:29:57.4730000Z</dcterms:created>
  <dcterms:modified xsi:type="dcterms:W3CDTF">2026-07-21T03:29:57.4730000Z</dcterms:modified>
</coreProperties>
</file>